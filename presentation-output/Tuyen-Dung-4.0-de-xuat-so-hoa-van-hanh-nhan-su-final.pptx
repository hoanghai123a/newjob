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34b9f3691845ba" /><Relationship Type="http://schemas.openxmlformats.org/officeDocument/2006/relationships/extended-properties" Target="/docProps/app.xml" Id="R106e5c7318ca4681" /><Relationship Type="http://schemas.openxmlformats.org/officeDocument/2006/relationships/officeDocument" Target="/ppt/presentation.xml" Id="R564721255681452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57792f9f40243b1"/>
  </p:sldMasterIdLst>
  <p:notesMasterIdLst>
    <p:notesMasterId xmlns:r="http://schemas.openxmlformats.org/officeDocument/2006/relationships" r:id="R811e9ea25a8d4737"/>
  </p:notesMasterIdLst>
  <p:sldIdLst>
    <p:sldId xmlns:r="http://schemas.openxmlformats.org/officeDocument/2006/relationships" id="256" r:id="R7bcf8f92862345de"/>
    <p:sldId xmlns:r="http://schemas.openxmlformats.org/officeDocument/2006/relationships" id="257" r:id="Rc995ed2916a749dd"/>
    <p:sldId xmlns:r="http://schemas.openxmlformats.org/officeDocument/2006/relationships" id="258" r:id="R0b58a5f699f14977"/>
    <p:sldId xmlns:r="http://schemas.openxmlformats.org/officeDocument/2006/relationships" id="259" r:id="R82c4b492809f47a4"/>
    <p:sldId xmlns:r="http://schemas.openxmlformats.org/officeDocument/2006/relationships" id="260" r:id="Re7db88ae04fa42d4"/>
    <p:sldId xmlns:r="http://schemas.openxmlformats.org/officeDocument/2006/relationships" id="261" r:id="R81cbab390bc045d6"/>
    <p:sldId xmlns:r="http://schemas.openxmlformats.org/officeDocument/2006/relationships" id="262" r:id="R543618ab2c634618"/>
    <p:sldId xmlns:r="http://schemas.openxmlformats.org/officeDocument/2006/relationships" id="263" r:id="Ra07395c65bb544e8"/>
    <p:sldId xmlns:r="http://schemas.openxmlformats.org/officeDocument/2006/relationships" id="264" r:id="R4ca9f706b9ee4c97"/>
    <p:sldId xmlns:r="http://schemas.openxmlformats.org/officeDocument/2006/relationships" id="265" r:id="R50baf2c413e240ba"/>
    <p:sldId xmlns:r="http://schemas.openxmlformats.org/officeDocument/2006/relationships" id="266" r:id="R653f1b409c674005"/>
  </p:sldIdLst>
  <p:sldSz cx="12192000" cy="6858000"/>
  <p:notesSz cx="6858000" cy="9144000"/>
  <p:embeddedFontLst>
    <p:embeddedFont>
      <p:font typeface="Poppins"/>
      <p:regular xmlns:r="http://schemas.openxmlformats.org/officeDocument/2006/relationships" r:id="R43e9a28bb57b4c75"/>
      <p:bold xmlns:r="http://schemas.openxmlformats.org/officeDocument/2006/relationships" r:id="R792cb95dc6c94428"/>
      <p:italic xmlns:r="http://schemas.openxmlformats.org/officeDocument/2006/relationships" r:id="R2bf0ff7a033a40d4"/>
      <p:boldItalic xmlns:r="http://schemas.openxmlformats.org/officeDocument/2006/relationships" r:id="Rbb378d95edb048fe"/>
    </p:embeddedFont>
    <p:embeddedFont>
      <p:font typeface="Lato"/>
      <p:regular xmlns:r="http://schemas.openxmlformats.org/officeDocument/2006/relationships" r:id="R4cca94b34e90417f"/>
      <p:bold xmlns:r="http://schemas.openxmlformats.org/officeDocument/2006/relationships" r:id="R95be63cdbb434475"/>
      <p:italic xmlns:r="http://schemas.openxmlformats.org/officeDocument/2006/relationships" r:id="Rbaf9f34cfcd843bc"/>
      <p:boldItalic xmlns:r="http://schemas.openxmlformats.org/officeDocument/2006/relationships" r:id="R5dd440f05aad43dc"/>
    </p:embeddedFont>
    <p:embeddedFont>
      <p:font typeface="Poppins SemiBold"/>
      <p:regular xmlns:r="http://schemas.openxmlformats.org/officeDocument/2006/relationships" r:id="Rd398ae2126694669"/>
      <p:bold xmlns:r="http://schemas.openxmlformats.org/officeDocument/2006/relationships" r:id="Rfa5670e52f8b4ab4"/>
      <p:italic xmlns:r="http://schemas.openxmlformats.org/officeDocument/2006/relationships" r:id="R334e23ebbb1b4b49"/>
      <p:boldItalic xmlns:r="http://schemas.openxmlformats.org/officeDocument/2006/relationships" r:id="R129c1e71e14c422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9BDE6DB-7701-4B69-9FE2-2E41202F5456}">
  <a:tblStyle styleId="{89BDE6DB-7701-4B69-9FE2-2E41202F54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48659a9fe456f" /><Relationship Type="http://schemas.openxmlformats.org/officeDocument/2006/relationships/slideMaster" Target="/ppt/slideMasters/slideMaster1.xml" Id="Rc57792f9f40243b1" /><Relationship Type="http://schemas.openxmlformats.org/officeDocument/2006/relationships/notesMaster" Target="/ppt/notesMasters/notesMaster1.xml" Id="R811e9ea25a8d4737" /><Relationship Type="http://schemas.openxmlformats.org/officeDocument/2006/relationships/presProps" Target="/ppt/presProps.xml" Id="Rf1eeb609b24e4f6d" /><Relationship Type="http://schemas.openxmlformats.org/officeDocument/2006/relationships/viewProps" Target="/ppt/viewProps.xml" Id="R55b06db8a4794b04" /><Relationship Type="http://schemas.openxmlformats.org/officeDocument/2006/relationships/tableStyles" Target="/ppt/tableStyles.xml" Id="Rbd063d65a5c64130" /><Relationship Type="http://schemas.openxmlformats.org/officeDocument/2006/relationships/font" Target="/ppt/fonts/font.dat" Id="R43e9a28bb57b4c75" /><Relationship Type="http://schemas.openxmlformats.org/officeDocument/2006/relationships/font" Target="/ppt/fonts/font2.dat" Id="R792cb95dc6c94428" /><Relationship Type="http://schemas.openxmlformats.org/officeDocument/2006/relationships/font" Target="/ppt/fonts/font3.dat" Id="R2bf0ff7a033a40d4" /><Relationship Type="http://schemas.openxmlformats.org/officeDocument/2006/relationships/font" Target="/ppt/fonts/font4.dat" Id="Rbb378d95edb048fe" /><Relationship Type="http://schemas.openxmlformats.org/officeDocument/2006/relationships/font" Target="/ppt/fonts/font5.dat" Id="R4cca94b34e90417f" /><Relationship Type="http://schemas.openxmlformats.org/officeDocument/2006/relationships/font" Target="/ppt/fonts/font6.dat" Id="R95be63cdbb434475" /><Relationship Type="http://schemas.openxmlformats.org/officeDocument/2006/relationships/font" Target="/ppt/fonts/font7.dat" Id="Rbaf9f34cfcd843bc" /><Relationship Type="http://schemas.openxmlformats.org/officeDocument/2006/relationships/font" Target="/ppt/fonts/font8.dat" Id="R5dd440f05aad43dc" /><Relationship Type="http://schemas.openxmlformats.org/officeDocument/2006/relationships/font" Target="/ppt/fonts/font9.dat" Id="Rd398ae2126694669" /><Relationship Type="http://schemas.openxmlformats.org/officeDocument/2006/relationships/font" Target="/ppt/fonts/font10.dat" Id="Rfa5670e52f8b4ab4" /><Relationship Type="http://schemas.openxmlformats.org/officeDocument/2006/relationships/font" Target="/ppt/fonts/font11.dat" Id="R334e23ebbb1b4b49" /><Relationship Type="http://schemas.openxmlformats.org/officeDocument/2006/relationships/font" Target="/ppt/fonts/font12.dat" Id="R129c1e71e14c4226" /><Relationship Type="http://schemas.openxmlformats.org/officeDocument/2006/relationships/slide" Target="/ppt/slides/slide1.xml" Id="R7bcf8f92862345de" /><Relationship Type="http://schemas.openxmlformats.org/officeDocument/2006/relationships/slide" Target="/ppt/slides/slide2.xml" Id="Rc995ed2916a749dd" /><Relationship Type="http://schemas.openxmlformats.org/officeDocument/2006/relationships/slide" Target="/ppt/slides/slide3.xml" Id="R0b58a5f699f14977" /><Relationship Type="http://schemas.openxmlformats.org/officeDocument/2006/relationships/slide" Target="/ppt/slides/slide4.xml" Id="R82c4b492809f47a4" /><Relationship Type="http://schemas.openxmlformats.org/officeDocument/2006/relationships/slide" Target="/ppt/slides/slide5.xml" Id="Re7db88ae04fa42d4" /><Relationship Type="http://schemas.openxmlformats.org/officeDocument/2006/relationships/slide" Target="/ppt/slides/slide6.xml" Id="R81cbab390bc045d6" /><Relationship Type="http://schemas.openxmlformats.org/officeDocument/2006/relationships/slide" Target="/ppt/slides/slide7.xml" Id="R543618ab2c634618" /><Relationship Type="http://schemas.openxmlformats.org/officeDocument/2006/relationships/slide" Target="/ppt/slides/slide8.xml" Id="Ra07395c65bb544e8" /><Relationship Type="http://schemas.openxmlformats.org/officeDocument/2006/relationships/slide" Target="/ppt/slides/slide9.xml" Id="R4ca9f706b9ee4c97" /><Relationship Type="http://schemas.openxmlformats.org/officeDocument/2006/relationships/slide" Target="/ppt/slides/slide10.xml" Id="R50baf2c413e240ba" /><Relationship Type="http://schemas.openxmlformats.org/officeDocument/2006/relationships/slide" Target="/ppt/slides/slide11.xml" Id="R653f1b409c67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3b1f7c6c4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ac22f0a6743db" /><Relationship Type="http://schemas.openxmlformats.org/officeDocument/2006/relationships/notesMaster" Target="/ppt/notesMasters/notesMaster1.xml" Id="R4bc0cfbf66b6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0d60861d945cb" /><Relationship Type="http://schemas.openxmlformats.org/officeDocument/2006/relationships/notesMaster" Target="/ppt/notesMasters/notesMaster1.xml" Id="R33bc530692b4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c402a2c7f4547" /><Relationship Type="http://schemas.openxmlformats.org/officeDocument/2006/relationships/notesMaster" Target="/ppt/notesMasters/notesMaster1.xml" Id="R81cdf370dfd0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be85e29cd34586" /><Relationship Type="http://schemas.openxmlformats.org/officeDocument/2006/relationships/notesMaster" Target="/ppt/notesMasters/notesMaster1.xml" Id="Re9fb84a1374b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739c1aed204d1c" /><Relationship Type="http://schemas.openxmlformats.org/officeDocument/2006/relationships/notesMaster" Target="/ppt/notesMasters/notesMaster1.xml" Id="R1e7b58ecb3954f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84d3dc3d4749e7" /><Relationship Type="http://schemas.openxmlformats.org/officeDocument/2006/relationships/notesMaster" Target="/ppt/notesMasters/notesMaster1.xml" Id="R2d8acb4e51d2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f00c6dbbe47c5" /><Relationship Type="http://schemas.openxmlformats.org/officeDocument/2006/relationships/notesMaster" Target="/ppt/notesMasters/notesMaster1.xml" Id="Rd3c90acaf65e4f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a24f7c06ee4da4" /><Relationship Type="http://schemas.openxmlformats.org/officeDocument/2006/relationships/notesMaster" Target="/ppt/notesMasters/notesMaster1.xml" Id="R1633232c6fbe4d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4aa9dfb701498b" /><Relationship Type="http://schemas.openxmlformats.org/officeDocument/2006/relationships/notesMaster" Target="/ppt/notesMasters/notesMaster1.xml" Id="Rbb8cea2163ae42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969c2889d24d5d" /><Relationship Type="http://schemas.openxmlformats.org/officeDocument/2006/relationships/notesMaster" Target="/ppt/notesMasters/notesMaster1.xml" Id="R39e278acd77141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8c037508a343df" /><Relationship Type="http://schemas.openxmlformats.org/officeDocument/2006/relationships/notesMaster" Target="/ppt/notesMasters/notesMaster1.xml" Id="R5c8d317d2d3f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1300cad3248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3d09c99fe4e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0f5b1baec40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f244bd65a49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1e466733b4c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12dbf205c47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ee43fb75841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dfd6c126f4f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83bb2d2b14b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5b194689e47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f6ddba1ac42e5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209F392-AABF-4D35-9BE3-75ACC2CF95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BC8E0C49-F195-4989-BFA3-81F001385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F89EA45-AC9C-4BB4-99C5-5E4AED849B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71044DE-7A4F-4409-B03C-C3B6A322E4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3A25F58-B3A6-46C2-8722-AB1186A9D8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173D453-257F-4024-9713-FF0034A522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E2DB807B-1E07-43F4-91A9-28423F1AB2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4204BA71-4662-4251-A96A-8AC2165FF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273A1B0E-509F-49D2-B8E2-75A20E3E9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C7CF4D6A-598C-4F1A-ADDE-589CA6012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36D025EC-C7DA-48FA-A30A-C20A4A3F93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2F75CAAF-162F-4118-8131-D58E7A55B4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0F14E0C8-D6CA-4722-B100-809DA56FFE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E69BE5FE-7B94-49B3-B5B2-F8DA23E50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4799C893-E3B5-4E1A-A407-ACDB62820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6DCF6979-5013-4631-81D6-4BD72117FF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8E132A6C-B98D-4050-B40E-7E445CC4B4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8E7B98DC-E4AF-482E-948B-099B3271DD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DBB35CC9-E97A-47D4-A0DF-BDCDF9939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609CBEFA-12A9-489A-A028-02E572AC26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32CDE2F2-3866-4A70-8E89-E1547036B0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52CA72C0-BC0B-495A-B25C-A683830D65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8CF4E990-E3DD-4337-9EF2-77A854841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08FAF9-F086-4D92-8E95-5813345CF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8EE47B22-CC78-4746-8D96-D67D6C661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62CBA438-54D9-4C11-9AF3-7EB1BF28F1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C7072D9C-E4BC-47B2-8F8A-2261A99A56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96EB11BB-A131-4761-85C4-D8CD6BE249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07A70599-B241-4688-A071-492D7987340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72F6CD32-5F7A-48C9-BE3D-A3529DFA20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F229AA85-453A-484D-BD2C-FF2C71B5F3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1981873-51D4-4408-B7F2-356A0E480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550BE5A1-70F6-4EB0-B92F-74E96AC1C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39187AD6-BF76-44CC-810A-6F31604B32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04B9A21A-F817-4E78-8D97-EC36B6DA3F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891BAE5A-4EF5-487A-98F9-C8E90AEE8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92B5EFB0-DBCC-4A51-B9E7-9EE581125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3DE6057F-73A0-49EB-A270-EE4DE8AD6A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E731F074-2332-46F8-8B0F-EC76A54517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5AE8F82F-9188-4636-B432-BB570D54FE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5D8610DF-04E2-48AD-A287-1C50B1B723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A90FA474-A226-4631-B2F1-06857C57BD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44B08D64-82C7-4EC2-888E-CE5FCA4D3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04DCCE7D-33A1-41C9-A913-311BD116713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E268346A-86EA-49DC-9E96-0C5734038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53E781A0-E585-40C6-AD42-C3440DA29B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B4B6F2D8-4FA5-448D-9CBA-5365DC3715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9AF79881-842B-4433-852B-B1E1748CD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CE0AC310-F3CB-41E1-A8DC-942F86078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A45969B2-61A3-4876-A301-1E04343B81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D64F5535-13A8-4D81-B88F-47F01C7284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45743109-AA83-45CE-BDA9-2DF742DADD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92870775-EBE2-4F47-BA23-7DBA95D6BB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55E4E884-F76D-4BF2-8CD6-6F056706E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23985CDA-A47F-4E7A-83FA-CAE8D7DB9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CC989DDB-C25C-476C-9646-142FD63B7B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925BD516-42BE-4DA3-9EEF-5A800459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C5E97D99-7B18-4C79-A71C-20633578D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9eb1210b22482c" /><Relationship Type="http://schemas.openxmlformats.org/officeDocument/2006/relationships/slideLayout" Target="/ppt/slideLayouts/slideLayout1.xml" Id="Ra2b04f9fb3f4441e" /><Relationship Type="http://schemas.openxmlformats.org/officeDocument/2006/relationships/slideLayout" Target="/ppt/slideLayouts/slideLayout2.xml" Id="R64d63e26bc364a47" /><Relationship Type="http://schemas.openxmlformats.org/officeDocument/2006/relationships/slideLayout" Target="/ppt/slideLayouts/slideLayout3.xml" Id="Rf877e6800ba44642" /><Relationship Type="http://schemas.openxmlformats.org/officeDocument/2006/relationships/slideLayout" Target="/ppt/slideLayouts/slideLayout4.xml" Id="R4b8b86a528414c5a" /><Relationship Type="http://schemas.openxmlformats.org/officeDocument/2006/relationships/slideLayout" Target="/ppt/slideLayouts/slideLayout5.xml" Id="R4a37f0ae2229455f" /><Relationship Type="http://schemas.openxmlformats.org/officeDocument/2006/relationships/slideLayout" Target="/ppt/slideLayouts/slideLayout6.xml" Id="Rb9954bd7084240a9" /><Relationship Type="http://schemas.openxmlformats.org/officeDocument/2006/relationships/slideLayout" Target="/ppt/slideLayouts/slideLayout7.xml" Id="Rad9777540d6b44b1" /><Relationship Type="http://schemas.openxmlformats.org/officeDocument/2006/relationships/slideLayout" Target="/ppt/slideLayouts/slideLayout8.xml" Id="R4acca24eef5a415b" /><Relationship Type="http://schemas.openxmlformats.org/officeDocument/2006/relationships/slideLayout" Target="/ppt/slideLayouts/slideLayout9.xml" Id="R9fc2d069b3934f3c" /><Relationship Type="http://schemas.openxmlformats.org/officeDocument/2006/relationships/slideLayout" Target="/ppt/slideLayouts/slideLayout10.xml" Id="Rff098818abba4151" /><Relationship Type="http://schemas.openxmlformats.org/officeDocument/2006/relationships/slideLayout" Target="/ppt/slideLayouts/slideLayout11.xml" Id="R3ea5d3cb4f704d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365E3A8-CB57-4B33-B271-2A559F661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CF5A4F3-7DEE-4D8E-8726-34AC38AF7A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957E0FC-13ED-45A2-B61E-EDE524CA8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F5085691-736C-4954-9320-357B1A64EB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13200687-595C-4430-8CAF-DB0031C54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b04f9fb3f4441e"/>
    <p:sldLayoutId xmlns:r="http://schemas.openxmlformats.org/officeDocument/2006/relationships" id="2147483650" r:id="R64d63e26bc364a47"/>
    <p:sldLayoutId xmlns:r="http://schemas.openxmlformats.org/officeDocument/2006/relationships" id="2147483651" r:id="Rf877e6800ba44642"/>
    <p:sldLayoutId xmlns:r="http://schemas.openxmlformats.org/officeDocument/2006/relationships" id="2147483652" r:id="R4b8b86a528414c5a"/>
    <p:sldLayoutId xmlns:r="http://schemas.openxmlformats.org/officeDocument/2006/relationships" id="2147483653" r:id="R4a37f0ae2229455f"/>
    <p:sldLayoutId xmlns:r="http://schemas.openxmlformats.org/officeDocument/2006/relationships" id="2147483654" r:id="Rb9954bd7084240a9"/>
    <p:sldLayoutId xmlns:r="http://schemas.openxmlformats.org/officeDocument/2006/relationships" id="2147483655" r:id="Rad9777540d6b44b1"/>
    <p:sldLayoutId xmlns:r="http://schemas.openxmlformats.org/officeDocument/2006/relationships" id="2147483656" r:id="R4acca24eef5a415b"/>
    <p:sldLayoutId xmlns:r="http://schemas.openxmlformats.org/officeDocument/2006/relationships" id="2147483657" r:id="R9fc2d069b3934f3c"/>
    <p:sldLayoutId xmlns:r="http://schemas.openxmlformats.org/officeDocument/2006/relationships" id="2147483658" r:id="Rff098818abba4151"/>
    <p:sldLayoutId xmlns:r="http://schemas.openxmlformats.org/officeDocument/2006/relationships" id="2147483659" r:id="R3ea5d3cb4f704d2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b6280cc554a46" /><Relationship Type="http://schemas.openxmlformats.org/officeDocument/2006/relationships/image" Target="/ppt/media/image.png" Id="R799803b2e041439b" /><Relationship Type="http://schemas.openxmlformats.org/officeDocument/2006/relationships/image" Target="/ppt/media/image2.png" Id="R7582c229cd99412f" /><Relationship Type="http://schemas.openxmlformats.org/officeDocument/2006/relationships/notesSlide" Target="/ppt/notesSlides/notesSlide1.xml" Id="R245a07bdc744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5394c1cb04c7c" /><Relationship Type="http://schemas.openxmlformats.org/officeDocument/2006/relationships/image" Target="/ppt/media/image.png" Id="R2b37969cabed4915" /><Relationship Type="http://schemas.openxmlformats.org/officeDocument/2006/relationships/image" Target="/ppt/media/image3.png" Id="R434f846f4f974d5a" /><Relationship Type="http://schemas.openxmlformats.org/officeDocument/2006/relationships/image" Target="/ppt/media/image4.png" Id="R7f983ec2cabe456e" /><Relationship Type="http://schemas.openxmlformats.org/officeDocument/2006/relationships/image" Target="/ppt/media/image5.png" Id="Rc20aa74fcfe34c02" /><Relationship Type="http://schemas.openxmlformats.org/officeDocument/2006/relationships/image" Target="/ppt/media/image6.png" Id="Rac774d7e4fa84976" /><Relationship Type="http://schemas.openxmlformats.org/officeDocument/2006/relationships/notesSlide" Target="/ppt/notesSlides/notesSlide2.xml" Id="R63297a55ac6946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7f1c473e143ea" /><Relationship Type="http://schemas.openxmlformats.org/officeDocument/2006/relationships/image" Target="/ppt/media/image.png" Id="R2e593476cef94d40" /><Relationship Type="http://schemas.openxmlformats.org/officeDocument/2006/relationships/image" Target="/ppt/media/image7.png" Id="R7c84776f1dd940b7" /><Relationship Type="http://schemas.openxmlformats.org/officeDocument/2006/relationships/image" Target="/ppt/media/image8.png" Id="Rd06a8f9714814b9d" /><Relationship Type="http://schemas.openxmlformats.org/officeDocument/2006/relationships/image" Target="/ppt/media/image9.png" Id="R9453a32910274611" /><Relationship Type="http://schemas.openxmlformats.org/officeDocument/2006/relationships/image" Target="/ppt/media/image10.png" Id="R4506e94c5fe24278" /><Relationship Type="http://schemas.openxmlformats.org/officeDocument/2006/relationships/image" Target="/ppt/media/image11.png" Id="Rb7aab787ab1646fb" /><Relationship Type="http://schemas.openxmlformats.org/officeDocument/2006/relationships/image" Target="/ppt/media/image12.png" Id="R710ea11f422744df" /><Relationship Type="http://schemas.openxmlformats.org/officeDocument/2006/relationships/image" Target="/ppt/media/image13.png" Id="R3b86587dc6764bd5" /><Relationship Type="http://schemas.openxmlformats.org/officeDocument/2006/relationships/image" Target="/ppt/media/image14.png" Id="R4e2d8729b77c43a5" /><Relationship Type="http://schemas.openxmlformats.org/officeDocument/2006/relationships/image" Target="/ppt/media/image15.png" Id="R51206ee6a6ea494e" /><Relationship Type="http://schemas.openxmlformats.org/officeDocument/2006/relationships/notesSlide" Target="/ppt/notesSlides/notesSlide3.xml" Id="R8eb797602570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f628a1b0c4171" /><Relationship Type="http://schemas.openxmlformats.org/officeDocument/2006/relationships/image" Target="/ppt/media/image.png" Id="R8a47749278f14f0e" /><Relationship Type="http://schemas.openxmlformats.org/officeDocument/2006/relationships/image" Target="/ppt/media/image16.png" Id="R43817441d68042bd" /><Relationship Type="http://schemas.openxmlformats.org/officeDocument/2006/relationships/notesSlide" Target="/ppt/notesSlides/notesSlide4.xml" Id="R7db53f8b8370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690d23e584d3d" /><Relationship Type="http://schemas.openxmlformats.org/officeDocument/2006/relationships/image" Target="/ppt/media/image.png" Id="R47f070940b6f4693" /><Relationship Type="http://schemas.openxmlformats.org/officeDocument/2006/relationships/notesSlide" Target="/ppt/notesSlides/notesSlide5.xml" Id="Radc5c99e0689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a5426c9a0438c" /><Relationship Type="http://schemas.openxmlformats.org/officeDocument/2006/relationships/image" Target="/ppt/media/image.png" Id="R20b7763c349c41c4" /><Relationship Type="http://schemas.openxmlformats.org/officeDocument/2006/relationships/image" Target="/ppt/media/image17.png" Id="R05620aad6df244af" /><Relationship Type="http://schemas.openxmlformats.org/officeDocument/2006/relationships/notesSlide" Target="/ppt/notesSlides/notesSlide6.xml" Id="R29fbe9202371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41ef58a054f3b" /><Relationship Type="http://schemas.openxmlformats.org/officeDocument/2006/relationships/image" Target="/ppt/media/image.png" Id="R05a274b96bf64e14" /><Relationship Type="http://schemas.openxmlformats.org/officeDocument/2006/relationships/notesSlide" Target="/ppt/notesSlides/notesSlide7.xml" Id="Rbc80ea9c9fcf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d142b8e9947ef" /><Relationship Type="http://schemas.openxmlformats.org/officeDocument/2006/relationships/image" Target="/ppt/media/image.png" Id="R6baa2961a9614af4" /><Relationship Type="http://schemas.openxmlformats.org/officeDocument/2006/relationships/image" Target="/ppt/media/image18.png" Id="R319270840d9649e1" /><Relationship Type="http://schemas.openxmlformats.org/officeDocument/2006/relationships/image" Target="/ppt/media/image19.png" Id="Reab3ea8d60bd44fc" /><Relationship Type="http://schemas.openxmlformats.org/officeDocument/2006/relationships/image" Target="/ppt/media/image20.png" Id="R4ec2a3bb5b164704" /><Relationship Type="http://schemas.openxmlformats.org/officeDocument/2006/relationships/notesSlide" Target="/ppt/notesSlides/notesSlide8.xml" Id="R14e53ba40c044d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b085e0b9d480f" /><Relationship Type="http://schemas.openxmlformats.org/officeDocument/2006/relationships/image" Target="/ppt/media/image.png" Id="Rbf1668ebe97c4076" /><Relationship Type="http://schemas.openxmlformats.org/officeDocument/2006/relationships/image" Target="/ppt/media/image21.png" Id="R1106ccf2962c44a0" /><Relationship Type="http://schemas.openxmlformats.org/officeDocument/2006/relationships/image" Target="/ppt/media/image22.png" Id="R59606d75ae5a4a94" /><Relationship Type="http://schemas.openxmlformats.org/officeDocument/2006/relationships/image" Target="/ppt/media/image23.png" Id="R952bf361cf7042e7" /><Relationship Type="http://schemas.openxmlformats.org/officeDocument/2006/relationships/image" Target="/ppt/media/image24.png" Id="Rd10553315e084c27" /><Relationship Type="http://schemas.openxmlformats.org/officeDocument/2006/relationships/image" Target="/ppt/media/image25.png" Id="R07cf6d42eb2848ca" /><Relationship Type="http://schemas.openxmlformats.org/officeDocument/2006/relationships/image" Target="/ppt/media/image26.png" Id="R4c0273bb0e644453" /><Relationship Type="http://schemas.openxmlformats.org/officeDocument/2006/relationships/image" Target="/ppt/media/image27.png" Id="Rfb05b1056bfa4bd5" /><Relationship Type="http://schemas.openxmlformats.org/officeDocument/2006/relationships/image" Target="/ppt/media/image28.png" Id="R7635e3dec4b34daf" /><Relationship Type="http://schemas.openxmlformats.org/officeDocument/2006/relationships/notesSlide" Target="/ppt/notesSlides/notesSlide9.xml" Id="R8c9faf99dfad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2fe34cf9f445f" /><Relationship Type="http://schemas.openxmlformats.org/officeDocument/2006/relationships/image" Target="/ppt/media/image.png" Id="R5ced573a1d874b14" /><Relationship Type="http://schemas.openxmlformats.org/officeDocument/2006/relationships/image" Target="/ppt/media/image29.png" Id="Rd5b82fa9310d48d0" /><Relationship Type="http://schemas.openxmlformats.org/officeDocument/2006/relationships/image" Target="/ppt/media/image30.png" Id="R8c2e80180f164c2e" /><Relationship Type="http://schemas.openxmlformats.org/officeDocument/2006/relationships/image" Target="/ppt/media/image31.png" Id="R06531464d3824dec" /><Relationship Type="http://schemas.openxmlformats.org/officeDocument/2006/relationships/image" Target="/ppt/media/image32.png" Id="R0002aba52d04467e" /><Relationship Type="http://schemas.openxmlformats.org/officeDocument/2006/relationships/image" Target="/ppt/media/image33.png" Id="R5d1e86fb97bc4f7b" /><Relationship Type="http://schemas.openxmlformats.org/officeDocument/2006/relationships/notesSlide" Target="/ppt/notesSlides/notesSlide10.xml" Id="R52af27bfa91643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93560beb4142" /><Relationship Type="http://schemas.openxmlformats.org/officeDocument/2006/relationships/image" Target="/ppt/media/image.png" Id="Rfb35f1b515334405" /><Relationship Type="http://schemas.openxmlformats.org/officeDocument/2006/relationships/image" Target="/ppt/media/image34.png" Id="R6075cf5c53294607" /><Relationship Type="http://schemas.openxmlformats.org/officeDocument/2006/relationships/notesSlide" Target="/ppt/notesSlides/notesSlide11.xml" Id="R521cc62e017b47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9803b2e04143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1" name="Google Shape;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82c229cd9941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28083" y="2378422"/>
            <a:ext cx="3335535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8105A472-180D-4DAA-A671-5B4CC6F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216" y="2864197"/>
            <a:ext cx="6093417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TUYỂN DỤNG 4.0</a:t>
            </a:r>
            <a:endParaRPr/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536342DA-F97D-4B8A-8B21-7E558197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298" y="3755677"/>
            <a:ext cx="5803255" cy="91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Một nguồn dữ liệu thống nhất cho Giám đốc, HR và vận hành nhà máy</a:t>
            </a:r>
            <a:endParaRPr/>
          </a:p>
          <a:p xmlns:a="http://schemas.openxmlformats.org/drawingml/2006/main"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Ra quyết định nhanh hơn, giảm đối soát, rõ trách nhiệm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0705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9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37969cabed49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9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4f846f4f974d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257425"/>
            <a:ext cx="5381625" cy="324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" name="Google Shape;9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983ec2cabe45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2257425"/>
            <a:ext cx="5381625" cy="324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0A6D8166-81F1-4FCB-B6D6-C1FFE153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33650"/>
            <a:ext cx="507063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Dữ liệu khó tin cậy</a:t>
            </a:r>
            <a:endParaRPr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11384518-5722-45F7-9AE0-1E7A60F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507063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Mỗi tuần mất giờ để đối soát</a:t>
            </a:r>
            <a:endParaRPr/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FA4EB1ED-9A0C-4E60-976F-C07F859E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4829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Dòng công việc hiện tại: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Nhập liệu → gửi file → tổng hợp → đối soát → báo cáo lãnh đạo.</a:t>
            </a:r>
            <a:endParaRPr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2B555046-43EA-41C7-951B-2B0B0F05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48291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phải dành nhiều giờ để tìm dữ liệu đúng thay vì xử lý công việc chuyên môn.</a:t>
            </a:r>
            <a:endParaRPr/>
          </a:p>
        </p:txBody>
      </p:sp>
      <p:pic>
        <p:nvPicPr>
          <p:cNvPr id="123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0aa74fcfe34c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7725" y="25812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9C729955-79FE-4385-A437-7BDBDA68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432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Sai lệch dữ liệu: Tên, mã nhân viên và nhà máy không đồng nhất giữa các file.</a:t>
            </a:r>
            <a:endParaRPr/>
          </a:p>
        </p:txBody>
      </p:sp>
      <p:sp>
        <p:nvSpPr>
          <p:cNvPr id="101" name="Google Shape;101;p14">
            <a:extLst xmlns:a="http://schemas.openxmlformats.org/drawingml/2006/main">
              <a:ext uri="{FF2B5EF4-FFF2-40B4-BE49-F238E27FC236}">
                <a16:creationId xmlns:a16="http://schemas.microsoft.com/office/drawing/2014/main" id="{BEC04C5E-7CC1-45C2-A67C-927D80C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147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Thiếu cập nhật: Không biết bản ghi nào là mới nhất để báo cáo.</a:t>
            </a:r>
            <a:endParaRPr/>
          </a:p>
        </p:txBody>
      </p:sp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D990E38E-E22D-4C4A-BC6A-27BE25B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862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Rủi ro tài chính: Sai sót khi đối soát tuyển dụng, tạm ứng và giữ lương.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3AC7890-EED9-4E20-8BE4-BAD07855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577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Phụ thuộc cá nhân: Chỉ một người nắm file tổng hợp, báo cáo dễ chậm.</a:t>
            </a:r>
            <a:endParaRPr/>
          </a:p>
        </p:txBody>
      </p:sp>
      <p:pic>
        <p:nvPicPr>
          <p:cNvPr id="128" name="Google Shape;10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774d7e4fa849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15100" y="25812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0F3DEB8E-CA24-4517-86E8-6D4ABEB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4C9BF323-CF61-434D-B930-735789E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8B866534-6A3B-40B3-AE4A-B9A2339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481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B02D0E53-F436-4CCF-8760-39EC22F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196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D65F22BF-4097-42E9-A558-3A0B3845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Khi dữ liệu tuyển dụng nằm trong nhiều file Excel</a:t>
            </a:r>
            <a:endParaRPr/>
          </a:p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51DEDFBF-3287-41F1-BFA4-A8DFB7E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341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3" name="Google Shape;11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593476cef94d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4" name="Google Shape;11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84776f1dd940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5" name="Google Shape;11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6a8f9714814b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30749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6" name="Google Shape;11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53a329102746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89999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1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06e94c5fe242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675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5412F5DF-B664-4E4B-9DE6-0EC4562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244358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Hồ sơ người lao động chuẩn hóa</a:t>
            </a:r>
            <a:endParaRPr/>
          </a:p>
        </p:txBody>
      </p:sp>
      <p:sp>
        <p:nvSpPr>
          <p:cNvPr id="121" name="Google Shape;121;p15">
            <a:extLst xmlns:a="http://schemas.openxmlformats.org/drawingml/2006/main">
              <a:ext uri="{FF2B5EF4-FFF2-40B4-BE49-F238E27FC236}">
                <a16:creationId xmlns:a16="http://schemas.microsoft.com/office/drawing/2014/main" id="{1B698327-FAD7-4CB6-91E5-39E6433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00500"/>
            <a:ext cx="3016299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Định danh UID, CCCD và tài khoản. Một hồ sơ theo dõi lịch sử đi làm, mã NV, nhà máy và đối tác.</a:t>
            </a:r>
            <a:endParaRPr/>
          </a:p>
        </p:txBody>
      </p:sp>
      <p:pic>
        <p:nvPicPr>
          <p:cNvPr id="150" name="Google Shape;122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aab787ab1646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87924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AD292B35-1281-46A7-84C6-83F4B50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24" y="3590925"/>
            <a:ext cx="314289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Công và tài chính vận hành</a:t>
            </a:r>
            <a:endParaRPr/>
          </a:p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2244289D-6D94-4822-A8B0-2E441AE0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24" y="4000500"/>
            <a:ext cx="3016299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Liên kết lịch sử đi làm với công, lương, thâm niên, tạm ứng và giữ lương; mọi yêu cầu đều có trạng thái duyệt.</a:t>
            </a:r>
            <a:endParaRPr/>
          </a:p>
        </p:txBody>
      </p:sp>
      <p:pic>
        <p:nvPicPr>
          <p:cNvPr id="153" name="Google Shape;12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0ea11f4227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47174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2802EE2F-AE18-4AE9-8927-11682D1E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74" y="3590925"/>
            <a:ext cx="227512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Phân quyền và nhật ký</a:t>
            </a:r>
            <a:endParaRPr/>
          </a:p>
        </p:txBody>
      </p:sp>
      <p:sp>
        <p:nvSpPr>
          <p:cNvPr id="127" name="Google Shape;127;p15">
            <a:extLst xmlns:a="http://schemas.openxmlformats.org/drawingml/2006/main">
              <a:ext uri="{FF2B5EF4-FFF2-40B4-BE49-F238E27FC236}">
                <a16:creationId xmlns:a16="http://schemas.microsoft.com/office/drawing/2014/main" id="{386F2EE2-EEAC-4C62-A6F5-CD4A0E5F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74" y="4000500"/>
            <a:ext cx="30162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Mỗi vai trò chỉ xem phần cần thiết. Lưu ai làm, lúc nào và thay đổi gì để dễ kiểm tra.</a:t>
            </a:r>
            <a:endParaRPr/>
          </a:p>
        </p:txBody>
      </p:sp>
      <p:pic>
        <p:nvPicPr>
          <p:cNvPr id="156" name="Google Shape;12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86587dc6764b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7737" y="3095625"/>
            <a:ext cx="23812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2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2d8729b77c43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45087" y="3095625"/>
            <a:ext cx="16192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" name="Google Shape;13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206ee6a6ea49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1949" y="3095625"/>
            <a:ext cx="266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1" name="Google Shape;131;p15">
            <a:extLst xmlns:a="http://schemas.openxmlformats.org/drawingml/2006/main">
              <a:ext uri="{FF2B5EF4-FFF2-40B4-BE49-F238E27FC236}">
                <a16:creationId xmlns:a16="http://schemas.microsoft.com/office/drawing/2014/main" id="{0AA84B88-2B65-4956-8657-D947606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Một nguồn dữ liệu cho toàn bộ vòng đời người lao động</a:t>
            </a:r>
            <a:endParaRPr/>
          </a:p>
        </p:txBody>
      </p:sp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327BE7DD-8C41-442B-94A6-D7659F30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2664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47749278f14f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8" name="Google Shape;138;p16">
            <a:extLst xmlns:a="http://schemas.openxmlformats.org/drawingml/2006/main">
              <a:ext uri="{FF2B5EF4-FFF2-40B4-BE49-F238E27FC236}">
                <a16:creationId xmlns:a16="http://schemas.microsoft.com/office/drawing/2014/main" id="{0944008B-17ED-459C-8392-30B9DF0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5600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Năng lực sẵn sàng cho vận hành</a:t>
            </a:r>
            <a:endParaRPr/>
          </a:p>
        </p:txBody>
      </p:sp>
      <p:sp>
        <p:nvSpPr>
          <p:cNvPr id="139" name="Google Shape;139;p16">
            <a:extLst xmlns:a="http://schemas.openxmlformats.org/drawingml/2006/main">
              <a:ext uri="{FF2B5EF4-FFF2-40B4-BE49-F238E27FC236}">
                <a16:creationId xmlns:a16="http://schemas.microsoft.com/office/drawing/2014/main" id="{E43A51F5-6EF1-465E-BB79-F1A623B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0" name="Google Shape;14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817441d68042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6">
            <a:extLst xmlns:a="http://schemas.openxmlformats.org/drawingml/2006/main">
              <a:ext uri="{FF2B5EF4-FFF2-40B4-BE49-F238E27FC236}">
                <a16:creationId xmlns:a16="http://schemas.microsoft.com/office/drawing/2014/main" id="{05CA264E-8E1F-4A7D-9E84-C6E0320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Quản lý tập trung, dễ kiểm soát</a:t>
            </a:r>
            <a:endParaRPr/>
          </a:p>
        </p:txBody>
      </p:sp>
      <p:sp>
        <p:nvSpPr>
          <p:cNvPr id="142" name="Google Shape;142;p16">
            <a:extLst xmlns:a="http://schemas.openxmlformats.org/drawingml/2006/main">
              <a:ext uri="{FF2B5EF4-FFF2-40B4-BE49-F238E27FC236}">
                <a16:creationId xmlns:a16="http://schemas.microsoft.com/office/drawing/2014/main" id="{69CDFC2C-B0E1-4E72-9E72-12A08FF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Dashboard nhân lực theo thời gian thực: Xử lý 500+ bản ghi mỗi lần tải, lọc theo nhà máy, người tuyển và trạng thái đang làm/đã nghỉ.</a:t>
            </a:r>
            <a:endParaRPr/>
          </a:p>
        </p:txBody>
      </p:sp>
      <p:sp>
        <p:nvSpPr>
          <p:cNvPr id="143" name="Google Shape;143;p16">
            <a:extLst xmlns:a="http://schemas.openxmlformats.org/drawingml/2006/main">
              <a:ext uri="{FF2B5EF4-FFF2-40B4-BE49-F238E27FC236}">
                <a16:creationId xmlns:a16="http://schemas.microsoft.com/office/drawing/2014/main" id="{31A00739-E027-4183-87AA-F8C931B5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Nhập/xuất Excel theo UID: Dòng lỗi tách riêng, không làm gián đoạn dữ liệu hợp lệ.</a:t>
            </a:r>
            <a:endParaRPr/>
          </a:p>
        </p:txBody>
      </p:sp>
      <p:sp>
        <p:nvSpPr>
          <p:cNvPr id="144" name="Google Shape;144;p16">
            <a:extLst xmlns:a="http://schemas.openxmlformats.org/drawingml/2006/main">
              <a:ext uri="{FF2B5EF4-FFF2-40B4-BE49-F238E27FC236}">
                <a16:creationId xmlns:a16="http://schemas.microsoft.com/office/drawing/2014/main" id="{7173EF01-1CFA-40A9-B687-A6A850DD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Kiểm soát rủi ro: Cảnh báo trùng lịch sử đi làm, kiểm tra phiên bản CCCD và bảo mật dữ liệu tài chính.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9961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4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f070940b6f46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17">
            <a:extLst xmlns:a="http://schemas.openxmlformats.org/drawingml/2006/main">
              <a:ext uri="{FF2B5EF4-FFF2-40B4-BE49-F238E27FC236}">
                <a16:creationId xmlns:a16="http://schemas.microsoft.com/office/drawing/2014/main" id="{0E0F3947-5500-4C2F-9008-9D5F341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4612"/>
            <a:ext cx="11049000" cy="2533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3" name="Google Shape;151;p17"/>
          <p:cNvGraphicFramePr/>
          <p:nvPr/>
        </p:nvGraphicFramePr>
        <p:xfrm>
          <a:off xmlns:a="http://schemas.openxmlformats.org/drawingml/2006/main" x="571500" y="261461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71400"/>
                <a:gridCol w="3958825"/>
                <a:gridCol w="4909250"/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Vấn đề hiện tại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vận hành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Ứng dụng giải quyết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Dữ liệu phân tán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Không liền mạch từ tuyển dụng đến tính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Một Workspace cho hồ sơ và lịch sử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Sai tên, trùng mã NV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Khó truy trách nhiệm, rủi ro tài chính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Định danh UID, lưu phiên bản và cảnh báo trùng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Báo cáo chậm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Quyết định dựa trên dữ liệu cũ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Dashboard cập nhật ngay khi có dữ liệu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Phê duyệt mơ hồ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Tranh cãi khi có sai sót ứng/giữ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Lưu trạng thái, thời điểm và tài khoản duyệt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7">
            <a:extLst xmlns:a="http://schemas.openxmlformats.org/drawingml/2006/main">
              <a:ext uri="{FF2B5EF4-FFF2-40B4-BE49-F238E27FC236}">
                <a16:creationId xmlns:a16="http://schemas.microsoft.com/office/drawing/2014/main" id="{A0F60FF8-E6A4-4638-AB91-B7786C18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11467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7">
            <a:extLst xmlns:a="http://schemas.openxmlformats.org/drawingml/2006/main">
              <a:ext uri="{FF2B5EF4-FFF2-40B4-BE49-F238E27FC236}">
                <a16:creationId xmlns:a16="http://schemas.microsoft.com/office/drawing/2014/main" id="{F57E52F8-9BB0-4F78-B5FC-F7B891B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311467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17">
            <a:extLst xmlns:a="http://schemas.openxmlformats.org/drawingml/2006/main">
              <a:ext uri="{FF2B5EF4-FFF2-40B4-BE49-F238E27FC236}">
                <a16:creationId xmlns:a16="http://schemas.microsoft.com/office/drawing/2014/main" id="{55759A4C-71C0-43BC-AC9F-6BB543DE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311467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7">
            <a:extLst xmlns:a="http://schemas.openxmlformats.org/drawingml/2006/main">
              <a:ext uri="{FF2B5EF4-FFF2-40B4-BE49-F238E27FC236}">
                <a16:creationId xmlns:a16="http://schemas.microsoft.com/office/drawing/2014/main" id="{F9B02551-1528-4275-951D-C483349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619500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7">
            <a:extLst xmlns:a="http://schemas.openxmlformats.org/drawingml/2006/main">
              <a:ext uri="{FF2B5EF4-FFF2-40B4-BE49-F238E27FC236}">
                <a16:creationId xmlns:a16="http://schemas.microsoft.com/office/drawing/2014/main" id="{9B039FB0-4049-4A10-869C-CF057B7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3619500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7">
            <a:extLst xmlns:a="http://schemas.openxmlformats.org/drawingml/2006/main">
              <a:ext uri="{FF2B5EF4-FFF2-40B4-BE49-F238E27FC236}">
                <a16:creationId xmlns:a16="http://schemas.microsoft.com/office/drawing/2014/main" id="{6635AACB-DD92-4724-88CB-2DE51911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3619500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7">
            <a:extLst xmlns:a="http://schemas.openxmlformats.org/drawingml/2006/main">
              <a:ext uri="{FF2B5EF4-FFF2-40B4-BE49-F238E27FC236}">
                <a16:creationId xmlns:a16="http://schemas.microsoft.com/office/drawing/2014/main" id="{D2E7E07D-41F2-4F3C-B21D-C4D1D4F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12432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7">
            <a:extLst xmlns:a="http://schemas.openxmlformats.org/drawingml/2006/main">
              <a:ext uri="{FF2B5EF4-FFF2-40B4-BE49-F238E27FC236}">
                <a16:creationId xmlns:a16="http://schemas.microsoft.com/office/drawing/2014/main" id="{150BF5C6-1A78-4379-8721-D48B7098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412432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7">
            <a:extLst xmlns:a="http://schemas.openxmlformats.org/drawingml/2006/main">
              <a:ext uri="{FF2B5EF4-FFF2-40B4-BE49-F238E27FC236}">
                <a16:creationId xmlns:a16="http://schemas.microsoft.com/office/drawing/2014/main" id="{043B87C1-364A-4EB1-82FF-4B366D1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412432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7">
            <a:extLst xmlns:a="http://schemas.openxmlformats.org/drawingml/2006/main">
              <a:ext uri="{FF2B5EF4-FFF2-40B4-BE49-F238E27FC236}">
                <a16:creationId xmlns:a16="http://schemas.microsoft.com/office/drawing/2014/main" id="{2AE961C1-8898-4390-AC90-D5B756B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629150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7">
            <a:extLst xmlns:a="http://schemas.openxmlformats.org/drawingml/2006/main">
              <a:ext uri="{FF2B5EF4-FFF2-40B4-BE49-F238E27FC236}">
                <a16:creationId xmlns:a16="http://schemas.microsoft.com/office/drawing/2014/main" id="{8B3C080B-9C9C-4C3B-B451-6F741844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4629150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7">
            <a:extLst xmlns:a="http://schemas.openxmlformats.org/drawingml/2006/main">
              <a:ext uri="{FF2B5EF4-FFF2-40B4-BE49-F238E27FC236}">
                <a16:creationId xmlns:a16="http://schemas.microsoft.com/office/drawing/2014/main" id="{4601A446-BB12-43E5-BF50-CB9D4B2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4629150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17">
            <a:extLst xmlns:a="http://schemas.openxmlformats.org/drawingml/2006/main">
              <a:ext uri="{FF2B5EF4-FFF2-40B4-BE49-F238E27FC236}">
                <a16:creationId xmlns:a16="http://schemas.microsoft.com/office/drawing/2014/main" id="{6D7F859B-31B7-4B6B-AB7A-F2B9BE36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513397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7">
            <a:extLst xmlns:a="http://schemas.openxmlformats.org/drawingml/2006/main">
              <a:ext uri="{FF2B5EF4-FFF2-40B4-BE49-F238E27FC236}">
                <a16:creationId xmlns:a16="http://schemas.microsoft.com/office/drawing/2014/main" id="{C58A63D2-410F-40E9-9359-124D632E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513397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7">
            <a:extLst xmlns:a="http://schemas.openxmlformats.org/drawingml/2006/main">
              <a:ext uri="{FF2B5EF4-FFF2-40B4-BE49-F238E27FC236}">
                <a16:creationId xmlns:a16="http://schemas.microsoft.com/office/drawing/2014/main" id="{BCDED5A3-4A7D-4573-8B9F-41BFEA31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513397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7">
            <a:extLst xmlns:a="http://schemas.openxmlformats.org/drawingml/2006/main">
              <a:ext uri="{FF2B5EF4-FFF2-40B4-BE49-F238E27FC236}">
                <a16:creationId xmlns:a16="http://schemas.microsoft.com/office/drawing/2014/main" id="{7C0725FE-D106-407E-98C1-B7A10C1D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 trị thấy ngay trong vận hành</a:t>
            </a:r>
            <a:endParaRPr/>
          </a:p>
        </p:txBody>
      </p:sp>
      <p:sp>
        <p:nvSpPr>
          <p:cNvPr id="168" name="Google Shape;168;p17">
            <a:extLst xmlns:a="http://schemas.openxmlformats.org/drawingml/2006/main">
              <a:ext uri="{FF2B5EF4-FFF2-40B4-BE49-F238E27FC236}">
                <a16:creationId xmlns:a16="http://schemas.microsoft.com/office/drawing/2014/main" id="{2D622689-420D-406A-BF0D-AE0DA30C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7830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1" name="Google Shape;17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b7763c349c41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2" name="Google Shape;17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620aad6df244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800350"/>
            <a:ext cx="5381625" cy="2162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" name="Google Shape;175;p18">
            <a:extLst xmlns:a="http://schemas.openxmlformats.org/drawingml/2006/main">
              <a:ext uri="{FF2B5EF4-FFF2-40B4-BE49-F238E27FC236}">
                <a16:creationId xmlns:a16="http://schemas.microsoft.com/office/drawing/2014/main" id="{05F35A7A-586D-447B-BECC-38EC2581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90875"/>
            <a:ext cx="4981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0" b="1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76" name="Google Shape;176;p18">
            <a:extLst xmlns:a="http://schemas.openxmlformats.org/drawingml/2006/main">
              <a:ext uri="{FF2B5EF4-FFF2-40B4-BE49-F238E27FC236}">
                <a16:creationId xmlns:a16="http://schemas.microsoft.com/office/drawing/2014/main" id="{9604647F-8D76-4F3A-BFAB-9A977C8B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3875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Phút để xem bức tranh tổng thể</a:t>
            </a:r>
            <a:endParaRPr/>
          </a:p>
        </p:txBody>
      </p:sp>
      <p:sp>
        <p:nvSpPr>
          <p:cNvPr id="177" name="Google Shape;177;p18">
            <a:extLst xmlns:a="http://schemas.openxmlformats.org/drawingml/2006/main">
              <a:ext uri="{FF2B5EF4-FFF2-40B4-BE49-F238E27FC236}">
                <a16:creationId xmlns:a16="http://schemas.microsoft.com/office/drawing/2014/main" id="{87FC50E7-2BB5-44AC-9DF9-D8CB3859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05100"/>
            <a:ext cx="565070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Xem và quyết định ngay</a:t>
            </a:r>
            <a:endParaRPr/>
          </a:p>
        </p:txBody>
      </p:sp>
      <p:sp>
        <p:nvSpPr>
          <p:cNvPr id="178" name="Google Shape;178;p18">
            <a:extLst xmlns:a="http://schemas.openxmlformats.org/drawingml/2006/main">
              <a:ext uri="{FF2B5EF4-FFF2-40B4-BE49-F238E27FC236}">
                <a16:creationId xmlns:a16="http://schemas.microsoft.com/office/drawing/2014/main" id="{75A3D4F0-0DEB-49A4-9497-BB1188BD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53816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Không cần hỏi “File Excel nào mới nhất?”. Hệ thống trả lời bốn câu hỏi điều hành:</a:t>
            </a:r>
            <a:endParaRPr/>
          </a:p>
        </p:txBody>
      </p:sp>
      <p:sp>
        <p:nvSpPr>
          <p:cNvPr id="179" name="Google Shape;179;p18">
            <a:extLst xmlns:a="http://schemas.openxmlformats.org/drawingml/2006/main">
              <a:ext uri="{FF2B5EF4-FFF2-40B4-BE49-F238E27FC236}">
                <a16:creationId xmlns:a16="http://schemas.microsoft.com/office/drawing/2014/main" id="{5229400C-2F05-4E92-BF9A-C2F4F597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861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Hiện có bao nhiêu lao động đang đi làm?</a:t>
            </a:r>
            <a:endParaRPr/>
          </a:p>
        </p:txBody>
      </p:sp>
      <p:sp>
        <p:nvSpPr>
          <p:cNvPr id="180" name="Google Shape;180;p18">
            <a:extLst xmlns:a="http://schemas.openxmlformats.org/drawingml/2006/main">
              <a:ext uri="{FF2B5EF4-FFF2-40B4-BE49-F238E27FC236}">
                <a16:creationId xmlns:a16="http://schemas.microsoft.com/office/drawing/2014/main" id="{BDA6644C-00EA-470F-8BEF-602797D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290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Nhà máy hoặc nguồn tuyển nào đang hiệu quả?</a:t>
            </a:r>
            <a:endParaRPr/>
          </a:p>
        </p:txBody>
      </p:sp>
      <p:sp>
        <p:nvSpPr>
          <p:cNvPr id="181" name="Google Shape;181;p18">
            <a:extLst xmlns:a="http://schemas.openxmlformats.org/drawingml/2006/main">
              <a:ext uri="{FF2B5EF4-FFF2-40B4-BE49-F238E27FC236}">
                <a16:creationId xmlns:a16="http://schemas.microsoft.com/office/drawing/2014/main" id="{950977BF-7173-4D04-B251-E3E55269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719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Công, tạm ứng và lương hiện tại thế nào?</a:t>
            </a:r>
            <a:endParaRPr/>
          </a:p>
        </p:txBody>
      </p:sp>
      <p:sp>
        <p:nvSpPr>
          <p:cNvPr id="182" name="Google Shape;182;p18">
            <a:extLst xmlns:a="http://schemas.openxmlformats.org/drawingml/2006/main">
              <a:ext uri="{FF2B5EF4-FFF2-40B4-BE49-F238E27FC236}">
                <a16:creationId xmlns:a16="http://schemas.microsoft.com/office/drawing/2014/main" id="{ABB88B80-D576-4C60-AE7C-D6969BAF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148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Yêu cầu tài chính nào đang chờ duyệt?</a:t>
            </a:r>
            <a:endParaRPr/>
          </a:p>
        </p:txBody>
      </p:sp>
      <p:sp>
        <p:nvSpPr>
          <p:cNvPr id="183" name="Google Shape;183;p18">
            <a:extLst xmlns:a="http://schemas.openxmlformats.org/drawingml/2006/main">
              <a:ext uri="{FF2B5EF4-FFF2-40B4-BE49-F238E27FC236}">
                <a16:creationId xmlns:a16="http://schemas.microsoft.com/office/drawing/2014/main" id="{FAECCDC3-4AD8-4F66-BE7D-F3F4BC11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4" name="Google Shape;184;p18">
            <a:extLst xmlns:a="http://schemas.openxmlformats.org/drawingml/2006/main">
              <a:ext uri="{FF2B5EF4-FFF2-40B4-BE49-F238E27FC236}">
                <a16:creationId xmlns:a16="http://schemas.microsoft.com/office/drawing/2014/main" id="{5428432C-9377-4738-B94D-A3AFB36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5" name="Google Shape;185;p18">
            <a:extLst xmlns:a="http://schemas.openxmlformats.org/drawingml/2006/main">
              <a:ext uri="{FF2B5EF4-FFF2-40B4-BE49-F238E27FC236}">
                <a16:creationId xmlns:a16="http://schemas.microsoft.com/office/drawing/2014/main" id="{02B80CBC-D9B0-469A-AD78-9EBF0BD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6" name="Google Shape;186;p18">
            <a:extLst xmlns:a="http://schemas.openxmlformats.org/drawingml/2006/main">
              <a:ext uri="{FF2B5EF4-FFF2-40B4-BE49-F238E27FC236}">
                <a16:creationId xmlns:a16="http://schemas.microsoft.com/office/drawing/2014/main" id="{7A75BCD7-A242-495D-ACFF-7CD18046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767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7" name="Google Shape;187;p18">
            <a:extLst xmlns:a="http://schemas.openxmlformats.org/drawingml/2006/main">
              <a:ext uri="{FF2B5EF4-FFF2-40B4-BE49-F238E27FC236}">
                <a16:creationId xmlns:a16="http://schemas.microsoft.com/office/drawing/2014/main" id="{15D8FC93-2EBC-49E6-9C90-265BC4F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Giám đốc nắm tình hình trong 5 phút</a:t>
            </a:r>
            <a:endParaRPr/>
          </a:p>
        </p:txBody>
      </p:sp>
      <p:sp>
        <p:nvSpPr>
          <p:cNvPr id="188" name="Google Shape;188;p18">
            <a:extLst xmlns:a="http://schemas.openxmlformats.org/drawingml/2006/main">
              <a:ext uri="{FF2B5EF4-FFF2-40B4-BE49-F238E27FC236}">
                <a16:creationId xmlns:a16="http://schemas.microsoft.com/office/drawing/2014/main" id="{C1E198CA-3600-489A-9837-29A17F0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893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6" name="Google Shape;19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a274b96bf64e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4" name="Google Shape;194;p19">
            <a:extLst xmlns:a="http://schemas.openxmlformats.org/drawingml/2006/main">
              <a:ext uri="{FF2B5EF4-FFF2-40B4-BE49-F238E27FC236}">
                <a16:creationId xmlns:a16="http://schemas.microsoft.com/office/drawing/2014/main" id="{0956C931-457E-460E-82CF-F2C4F715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2533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8" name="Google Shape;195;p19"/>
          <p:cNvGraphicFramePr/>
          <p:nvPr/>
        </p:nvGraphicFramePr>
        <p:xfrm>
          <a:off xmlns:a="http://schemas.openxmlformats.org/drawingml/2006/main" x="571500" y="24003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68725"/>
                <a:gridCol w="2103525"/>
                <a:gridCol w="2067825"/>
                <a:gridCol w="2131825"/>
                <a:gridCol w="2567575"/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Gói Dịch Vụ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/ Tháng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Lịch Sử Đi Làm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Tài Khoản Staff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Đối Tác &amp; Nhà Máy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Khởi Động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</a:rPr>
                        <a:t>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Tăng Trưởng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Chuyên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Doanh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3.500.000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>
            <a:extLst xmlns:a="http://schemas.openxmlformats.org/drawingml/2006/main">
              <a:ext uri="{FF2B5EF4-FFF2-40B4-BE49-F238E27FC236}">
                <a16:creationId xmlns:a16="http://schemas.microsoft.com/office/drawing/2014/main" id="{172B1D0F-D569-4C68-86CF-E59885B8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* Khi chạm 80% hạn mức, hệ thống đề xuất nâng gói; quy trình và dữ liệu vẫn giữ nguyên.</a:t>
            </a:r>
            <a:endParaRPr/>
          </a:p>
        </p:txBody>
      </p:sp>
      <p:sp>
        <p:nvSpPr>
          <p:cNvPr id="197" name="Google Shape;197;p19">
            <a:extLst xmlns:a="http://schemas.openxmlformats.org/drawingml/2006/main">
              <a:ext uri="{FF2B5EF4-FFF2-40B4-BE49-F238E27FC236}">
                <a16:creationId xmlns:a16="http://schemas.microsoft.com/office/drawing/2014/main" id="{7A722604-11EE-4DBE-AF5B-DA15279C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290036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9">
            <a:extLst xmlns:a="http://schemas.openxmlformats.org/drawingml/2006/main">
              <a:ext uri="{FF2B5EF4-FFF2-40B4-BE49-F238E27FC236}">
                <a16:creationId xmlns:a16="http://schemas.microsoft.com/office/drawing/2014/main" id="{C9300FE6-BFB1-4027-B475-96B80474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290036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9">
            <a:extLst xmlns:a="http://schemas.openxmlformats.org/drawingml/2006/main">
              <a:ext uri="{FF2B5EF4-FFF2-40B4-BE49-F238E27FC236}">
                <a16:creationId xmlns:a16="http://schemas.microsoft.com/office/drawing/2014/main" id="{E1092069-8EFF-4FBC-8E32-78C0D0EE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290036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9">
            <a:extLst xmlns:a="http://schemas.openxmlformats.org/drawingml/2006/main">
              <a:ext uri="{FF2B5EF4-FFF2-40B4-BE49-F238E27FC236}">
                <a16:creationId xmlns:a16="http://schemas.microsoft.com/office/drawing/2014/main" id="{BD5C532B-B63B-46C2-B1AE-37339F92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290036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9">
            <a:extLst xmlns:a="http://schemas.openxmlformats.org/drawingml/2006/main">
              <a:ext uri="{FF2B5EF4-FFF2-40B4-BE49-F238E27FC236}">
                <a16:creationId xmlns:a16="http://schemas.microsoft.com/office/drawing/2014/main" id="{79A04554-B436-4527-85EE-5F87BBA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290036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9">
            <a:extLst xmlns:a="http://schemas.openxmlformats.org/drawingml/2006/main">
              <a:ext uri="{FF2B5EF4-FFF2-40B4-BE49-F238E27FC236}">
                <a16:creationId xmlns:a16="http://schemas.microsoft.com/office/drawing/2014/main" id="{C79BFFA7-1638-4387-9C5C-2C2BE1AA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405187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9">
            <a:extLst xmlns:a="http://schemas.openxmlformats.org/drawingml/2006/main">
              <a:ext uri="{FF2B5EF4-FFF2-40B4-BE49-F238E27FC236}">
                <a16:creationId xmlns:a16="http://schemas.microsoft.com/office/drawing/2014/main" id="{0D2BCB14-B88E-4B18-A8CD-BD366C2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3405187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19">
            <a:extLst xmlns:a="http://schemas.openxmlformats.org/drawingml/2006/main">
              <a:ext uri="{FF2B5EF4-FFF2-40B4-BE49-F238E27FC236}">
                <a16:creationId xmlns:a16="http://schemas.microsoft.com/office/drawing/2014/main" id="{ABC84F08-A9BA-4408-979A-9FC17EF0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3405187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19">
            <a:extLst xmlns:a="http://schemas.openxmlformats.org/drawingml/2006/main">
              <a:ext uri="{FF2B5EF4-FFF2-40B4-BE49-F238E27FC236}">
                <a16:creationId xmlns:a16="http://schemas.microsoft.com/office/drawing/2014/main" id="{2A74F5AB-F289-4345-B4A4-64C5BF68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3405187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19">
            <a:extLst xmlns:a="http://schemas.openxmlformats.org/drawingml/2006/main">
              <a:ext uri="{FF2B5EF4-FFF2-40B4-BE49-F238E27FC236}">
                <a16:creationId xmlns:a16="http://schemas.microsoft.com/office/drawing/2014/main" id="{F6ED1057-3D41-443B-ADBC-CCC545E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3405187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19">
            <a:extLst xmlns:a="http://schemas.openxmlformats.org/drawingml/2006/main">
              <a:ext uri="{FF2B5EF4-FFF2-40B4-BE49-F238E27FC236}">
                <a16:creationId xmlns:a16="http://schemas.microsoft.com/office/drawing/2014/main" id="{145412FC-6F62-462F-9CF8-61F62F9C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91001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19">
            <a:extLst xmlns:a="http://schemas.openxmlformats.org/drawingml/2006/main">
              <a:ext uri="{FF2B5EF4-FFF2-40B4-BE49-F238E27FC236}">
                <a16:creationId xmlns:a16="http://schemas.microsoft.com/office/drawing/2014/main" id="{4089A828-0997-4EA2-A29E-3BA92312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391001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426925D2-B5F8-44DC-A88F-06F0681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391001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BC8C9AC1-6CEB-4B9C-B118-B2B9537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391001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D534E3A4-1177-4F76-8E37-41927B07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391001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81574D13-5198-457A-B359-6A09661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414837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7BDB1414-2033-431C-A759-AC331306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4414837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102C661F-9129-470A-8F25-9D117BDB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4414837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AD1E8D36-3445-4B16-9C46-DEE07B4A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4414837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9">
            <a:extLst xmlns:a="http://schemas.openxmlformats.org/drawingml/2006/main">
              <a:ext uri="{FF2B5EF4-FFF2-40B4-BE49-F238E27FC236}">
                <a16:creationId xmlns:a16="http://schemas.microsoft.com/office/drawing/2014/main" id="{534F64F5-508B-40BF-B4D3-429A77F7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4414837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19">
            <a:extLst xmlns:a="http://schemas.openxmlformats.org/drawingml/2006/main">
              <a:ext uri="{FF2B5EF4-FFF2-40B4-BE49-F238E27FC236}">
                <a16:creationId xmlns:a16="http://schemas.microsoft.com/office/drawing/2014/main" id="{AA4B7C4F-BFF0-4F58-AB47-0B068FC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91966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19">
            <a:extLst xmlns:a="http://schemas.openxmlformats.org/drawingml/2006/main">
              <a:ext uri="{FF2B5EF4-FFF2-40B4-BE49-F238E27FC236}">
                <a16:creationId xmlns:a16="http://schemas.microsoft.com/office/drawing/2014/main" id="{B6C65044-44B4-42F7-B3BD-5A193612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491966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9">
            <a:extLst xmlns:a="http://schemas.openxmlformats.org/drawingml/2006/main">
              <a:ext uri="{FF2B5EF4-FFF2-40B4-BE49-F238E27FC236}">
                <a16:creationId xmlns:a16="http://schemas.microsoft.com/office/drawing/2014/main" id="{F5204A1E-4365-4A8F-A9EA-0E81383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491966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9">
            <a:extLst xmlns:a="http://schemas.openxmlformats.org/drawingml/2006/main">
              <a:ext uri="{FF2B5EF4-FFF2-40B4-BE49-F238E27FC236}">
                <a16:creationId xmlns:a16="http://schemas.microsoft.com/office/drawing/2014/main" id="{B777B291-32FB-4DA4-BD9B-E401326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491966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19">
            <a:extLst xmlns:a="http://schemas.openxmlformats.org/drawingml/2006/main">
              <a:ext uri="{FF2B5EF4-FFF2-40B4-BE49-F238E27FC236}">
                <a16:creationId xmlns:a16="http://schemas.microsoft.com/office/drawing/2014/main" id="{1BE34917-5169-4D3D-B046-FD5B604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491966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19">
            <a:extLst xmlns:a="http://schemas.openxmlformats.org/drawingml/2006/main">
              <a:ext uri="{FF2B5EF4-FFF2-40B4-BE49-F238E27FC236}">
                <a16:creationId xmlns:a16="http://schemas.microsoft.com/office/drawing/2014/main" id="{6893519D-6C60-4F54-96A5-CDCD23F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Mức giá mở rộng theo quy mô</a:t>
            </a:r>
            <a:endParaRPr/>
          </a:p>
        </p:txBody>
      </p:sp>
      <p:sp>
        <p:nvSpPr>
          <p:cNvPr id="223" name="Google Shape;223;p19">
            <a:extLst xmlns:a="http://schemas.openxmlformats.org/drawingml/2006/main">
              <a:ext uri="{FF2B5EF4-FFF2-40B4-BE49-F238E27FC236}">
                <a16:creationId xmlns:a16="http://schemas.microsoft.com/office/drawing/2014/main" id="{8D4CEAAE-B9C3-49DA-895F-E88CDBB5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3230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aa2961a9614a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0" name="Google Shape;229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9270840d9649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1381125"/>
            <a:ext cx="11049000" cy="5000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1" name="Google Shape;23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b3ea8d60bd44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043362"/>
            <a:ext cx="1104900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2" name="Google Shape;23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c2a3bb5b1647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5372" y="4224337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2" name="Google Shape;232;p20">
            <a:extLst xmlns:a="http://schemas.openxmlformats.org/drawingml/2006/main">
              <a:ext uri="{FF2B5EF4-FFF2-40B4-BE49-F238E27FC236}">
                <a16:creationId xmlns:a16="http://schemas.microsoft.com/office/drawing/2014/main" id="{465AEDE2-9A6C-454F-830E-3689852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Chi phí phần mềm thấp hơn chi phí đối soát thủ công</a:t>
            </a:r>
            <a:endParaRPr/>
          </a:p>
        </p:txBody>
      </p:sp>
      <p:sp>
        <p:nvSpPr>
          <p:cNvPr id="233" name="Google Shape;233;p20">
            <a:extLst xmlns:a="http://schemas.openxmlformats.org/drawingml/2006/main">
              <a:ext uri="{FF2B5EF4-FFF2-40B4-BE49-F238E27FC236}">
                <a16:creationId xmlns:a16="http://schemas.microsoft.com/office/drawing/2014/main" id="{588582BC-1D63-4D78-9090-E44B0D1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2CF09E3-B639-4475-8C5C-2ED2ECC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Minh họa theo giả định 12 giờ đối soát/tháng; xác nhận lại bằng số liệu thực tế trước khi ký hợp đồng.</a:t>
            </a:r>
          </a:p>
        </p:txBody>
      </p:sp>
    </p:spTree>
    <p:extLst>
      <p:ext uri="{BB962C8B-B14F-4D97-AF65-F5344CB8AC3E}">
        <p14:creationId xmlns:p14="http://schemas.microsoft.com/office/powerpoint/2010/main" val="310022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8" name="Google Shape;2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1668ebe97c40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9" name="Google Shape;23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06ccf2962c44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0" name="Google Shape;24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606d75ae5a4a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0741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1" name="Google Shape;24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2bf361cf7042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33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2" name="Google Shape;24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0553315e084c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925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3" name="Google Shape;243;p21">
            <a:extLst xmlns:a="http://schemas.openxmlformats.org/drawingml/2006/main">
              <a:ext uri="{FF2B5EF4-FFF2-40B4-BE49-F238E27FC236}">
                <a16:creationId xmlns:a16="http://schemas.microsoft.com/office/drawing/2014/main" id="{4B7EF9E3-73D9-476F-97B0-06FB9B8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1344"/>
            <a:ext cx="1104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đồng hành từng bước để chuyển đổi an toàn, không gián đoạn vận hành:</a:t>
            </a:r>
            <a:endParaRPr/>
          </a:p>
        </p:txBody>
      </p:sp>
      <p:sp>
        <p:nvSpPr>
          <p:cNvPr id="244" name="Google Shape;244;p21">
            <a:extLst xmlns:a="http://schemas.openxmlformats.org/drawingml/2006/main">
              <a:ext uri="{FF2B5EF4-FFF2-40B4-BE49-F238E27FC236}">
                <a16:creationId xmlns:a16="http://schemas.microsoft.com/office/drawing/2014/main" id="{46468C28-B191-4659-B372-DD86992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7187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5" name="Google Shape;24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cf6d42eb2848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6" name="Google Shape;246;p21">
            <a:extLst xmlns:a="http://schemas.openxmlformats.org/drawingml/2006/main">
              <a:ext uri="{FF2B5EF4-FFF2-40B4-BE49-F238E27FC236}">
                <a16:creationId xmlns:a16="http://schemas.microsoft.com/office/drawing/2014/main" id="{EAFCC36F-81A7-4A15-BB83-CDA64C55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1. Thiết lập hệ thống</a:t>
            </a:r>
            <a:endParaRPr/>
          </a:p>
        </p:txBody>
      </p:sp>
      <p:sp>
        <p:nvSpPr>
          <p:cNvPr id="247" name="Google Shape;247;p21">
            <a:extLst xmlns:a="http://schemas.openxmlformats.org/drawingml/2006/main">
              <a:ext uri="{FF2B5EF4-FFF2-40B4-BE49-F238E27FC236}">
                <a16:creationId xmlns:a16="http://schemas.microsoft.com/office/drawing/2014/main" id="{2960CF0F-239A-4BD8-B2A0-8E65264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8194"/>
            <a:ext cx="2141190" cy="57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Khởi tạo Workspace, nhà máy, đối tác và phân quyền Staff (1-2 ngày).</a:t>
            </a:r>
            <a:endParaRPr/>
          </a:p>
        </p:txBody>
      </p:sp>
      <p:pic>
        <p:nvPicPr>
          <p:cNvPr id="278" name="Google Shape;24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0273bb0e6444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744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9" name="Google Shape;249;p21">
            <a:extLst xmlns:a="http://schemas.openxmlformats.org/drawingml/2006/main">
              <a:ext uri="{FF2B5EF4-FFF2-40B4-BE49-F238E27FC236}">
                <a16:creationId xmlns:a16="http://schemas.microsoft.com/office/drawing/2014/main" id="{72FE8983-89E7-4B96-AD41-1047604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2. Chuẩn hóa dữ liệu</a:t>
            </a:r>
            <a:endParaRPr/>
          </a:p>
        </p:txBody>
      </p:sp>
      <p:sp>
        <p:nvSpPr>
          <p:cNvPr id="250" name="Google Shape;250;p21">
            <a:extLst xmlns:a="http://schemas.openxmlformats.org/drawingml/2006/main">
              <a:ext uri="{FF2B5EF4-FFF2-40B4-BE49-F238E27FC236}">
                <a16:creationId xmlns:a16="http://schemas.microsoft.com/office/drawing/2014/main" id="{A7C3FF2E-AC12-4BC6-ADFF-83478A83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4" y="4128194"/>
            <a:ext cx="2141190" cy="57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Chuẩn hóa file Excel theo mẫu và xử lý các dòng lỗi cũ.</a:t>
            </a:r>
            <a:endParaRPr/>
          </a:p>
        </p:txBody>
      </p:sp>
      <p:pic>
        <p:nvPicPr>
          <p:cNvPr id="281" name="Google Shape;25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05b1056bfa4b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336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2" name="Google Shape;252;p21">
            <a:extLst xmlns:a="http://schemas.openxmlformats.org/drawingml/2006/main">
              <a:ext uri="{FF2B5EF4-FFF2-40B4-BE49-F238E27FC236}">
                <a16:creationId xmlns:a16="http://schemas.microsoft.com/office/drawing/2014/main" id="{62255581-80A0-4256-B091-0FA0F87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36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3. Vận hành thực tế</a:t>
            </a:r>
            <a:endParaRPr/>
          </a:p>
        </p:txBody>
      </p:sp>
      <p:sp>
        <p:nvSpPr>
          <p:cNvPr id="253" name="Google Shape;253;p21">
            <a:extLst xmlns:a="http://schemas.openxmlformats.org/drawingml/2006/main">
              <a:ext uri="{FF2B5EF4-FFF2-40B4-BE49-F238E27FC236}">
                <a16:creationId xmlns:a16="http://schemas.microsoft.com/office/drawing/2014/main" id="{11CE5F28-D419-45CF-8567-751D6E8E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364" y="4128194"/>
            <a:ext cx="2141190" cy="77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Chạy hồ sơ, lịch sử đi làm, phê duyệt tạm ứng và công/lương trên ứng dụng.</a:t>
            </a:r>
            <a:endParaRPr/>
          </a:p>
        </p:txBody>
      </p:sp>
      <p:pic>
        <p:nvPicPr>
          <p:cNvPr id="284" name="Google Shape;254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35e3dec4b34d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928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5" name="Google Shape;255;p21">
            <a:extLst xmlns:a="http://schemas.openxmlformats.org/drawingml/2006/main">
              <a:ext uri="{FF2B5EF4-FFF2-40B4-BE49-F238E27FC236}">
                <a16:creationId xmlns:a16="http://schemas.microsoft.com/office/drawing/2014/main" id="{142AA9DA-4D98-442B-B011-CC9751C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8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4. Đo lường và bàn giao</a:t>
            </a:r>
            <a:endParaRPr/>
          </a:p>
        </p:txBody>
      </p:sp>
      <p:sp>
        <p:nvSpPr>
          <p:cNvPr id="256" name="Google Shape;256;p21">
            <a:extLst xmlns:a="http://schemas.openxmlformats.org/drawingml/2006/main">
              <a:ext uri="{FF2B5EF4-FFF2-40B4-BE49-F238E27FC236}">
                <a16:creationId xmlns:a16="http://schemas.microsoft.com/office/drawing/2014/main" id="{A21FE90A-194D-43FE-8E8E-22D2DF3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84" y="4128194"/>
            <a:ext cx="2141190" cy="77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Đo thời gian đối soát, kiểm tra lỗi và chốt gói theo quy mô thực tế.</a:t>
            </a:r>
            <a:endParaRPr/>
          </a:p>
        </p:txBody>
      </p:sp>
      <p:sp>
        <p:nvSpPr>
          <p:cNvPr id="257" name="Google Shape;257;p21">
            <a:extLst xmlns:a="http://schemas.openxmlformats.org/drawingml/2006/main">
              <a:ext uri="{FF2B5EF4-FFF2-40B4-BE49-F238E27FC236}">
                <a16:creationId xmlns:a16="http://schemas.microsoft.com/office/drawing/2014/main" id="{B408CBC7-AF32-4E8D-81AB-812D997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Lộ trình thí điểm 30 ngày</a:t>
            </a:r>
            <a:endParaRPr/>
          </a:p>
        </p:txBody>
      </p:sp>
      <p:sp>
        <p:nvSpPr>
          <p:cNvPr id="258" name="Google Shape;258;p21">
            <a:extLst xmlns:a="http://schemas.openxmlformats.org/drawingml/2006/main">
              <a:ext uri="{FF2B5EF4-FFF2-40B4-BE49-F238E27FC236}">
                <a16:creationId xmlns:a16="http://schemas.microsoft.com/office/drawing/2014/main" id="{7B230106-776E-44E5-951E-3FE9A9B2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881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4" name="Google Shape;26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ed573a1d874b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5" name="Google Shape;26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b82fa9310d48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1964531"/>
            <a:ext cx="5381625" cy="38338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6" name="Google Shape;265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2e80180f164c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1964531"/>
            <a:ext cx="5381625" cy="38338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6" name="Google Shape;266;p22">
            <a:extLst xmlns:a="http://schemas.openxmlformats.org/drawingml/2006/main">
              <a:ext uri="{FF2B5EF4-FFF2-40B4-BE49-F238E27FC236}">
                <a16:creationId xmlns:a16="http://schemas.microsoft.com/office/drawing/2014/main" id="{CAB53388-2A11-4199-A48E-5FBDDF6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9331"/>
            <a:ext cx="501062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Gói thí điểm khởi động</a:t>
            </a:r>
            <a:endParaRPr/>
          </a:p>
        </p:txBody>
      </p:sp>
      <p:sp>
        <p:nvSpPr>
          <p:cNvPr id="267" name="Google Shape;267;p22">
            <a:extLst xmlns:a="http://schemas.openxmlformats.org/drawingml/2006/main">
              <a:ext uri="{FF2B5EF4-FFF2-40B4-BE49-F238E27FC236}">
                <a16:creationId xmlns:a16="http://schemas.microsoft.com/office/drawing/2014/main" id="{12BBA882-3648-4C30-8F25-8A116824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7956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22">
            <a:extLst xmlns:a="http://schemas.openxmlformats.org/drawingml/2006/main">
              <a:ext uri="{FF2B5EF4-FFF2-40B4-BE49-F238E27FC236}">
                <a16:creationId xmlns:a16="http://schemas.microsoft.com/office/drawing/2014/main" id="{D3D0A29F-8B13-4C0E-B136-9A6418D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2731"/>
            <a:ext cx="4772025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500.000 đ </a:t>
            </a:r>
            <a:r>
              <a:rPr sz="2100" b="0" i="0" u="none" cap="none">
                <a:solidFill>
                  <a:srgbClr val="94A3B8"/>
                </a:solidFill>
                <a:latin typeface="Arial"/>
                <a:ea typeface="Arial"/>
                <a:cs typeface="Arial"/>
              </a:rPr>
              <a:t>/ tháng</a:t>
            </a:r>
            <a:endParaRPr/>
          </a:p>
        </p:txBody>
      </p:sp>
      <p:sp>
        <p:nvSpPr>
          <p:cNvPr id="269" name="Google Shape;269;p22">
            <a:extLst xmlns:a="http://schemas.openxmlformats.org/drawingml/2006/main">
              <a:ext uri="{FF2B5EF4-FFF2-40B4-BE49-F238E27FC236}">
                <a16:creationId xmlns:a16="http://schemas.microsoft.com/office/drawing/2014/main" id="{CB082929-98F1-430C-A01A-7189E177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6731"/>
            <a:ext cx="47720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22">
            <a:extLst xmlns:a="http://schemas.openxmlformats.org/drawingml/2006/main">
              <a:ext uri="{FF2B5EF4-FFF2-40B4-BE49-F238E27FC236}">
                <a16:creationId xmlns:a16="http://schemas.microsoft.com/office/drawing/2014/main" id="{F1044D15-DAB6-43A9-837C-6D342CB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1031"/>
            <a:ext cx="44672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Cam kết thử nghiệm: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Nếu sau 30 ngày thời gian đối soát không giảm tối thiểu 50%, doanh nghiệp được hoàn lại 100% phí thí điểm.</a:t>
            </a:r>
            <a:endParaRPr/>
          </a:p>
        </p:txBody>
      </p:sp>
      <p:sp>
        <p:nvSpPr>
          <p:cNvPr id="271" name="Google Shape;271;p22">
            <a:extLst xmlns:a="http://schemas.openxmlformats.org/drawingml/2006/main">
              <a:ext uri="{FF2B5EF4-FFF2-40B4-BE49-F238E27FC236}">
                <a16:creationId xmlns:a16="http://schemas.microsoft.com/office/drawing/2014/main" id="{1FCCD16E-AFBE-4319-91F8-6ACDA6A3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6731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22">
            <a:extLst xmlns:a="http://schemas.openxmlformats.org/drawingml/2006/main">
              <a:ext uri="{FF2B5EF4-FFF2-40B4-BE49-F238E27FC236}">
                <a16:creationId xmlns:a16="http://schemas.microsoft.com/office/drawing/2014/main" id="{CBC053EA-0FCC-463D-B0E4-F46D7E4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88381"/>
            <a:ext cx="497062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15803D"/>
                </a:solidFill>
                <a:latin typeface="Arial"/>
                <a:ea typeface="Arial"/>
                <a:cs typeface="Arial"/>
              </a:rPr>
              <a:t>Kích hoạt trong 15 phút</a:t>
            </a:r>
            <a:endParaRPr/>
          </a:p>
        </p:txBody>
      </p:sp>
      <p:sp>
        <p:nvSpPr>
          <p:cNvPr id="273" name="Google Shape;273;p22">
            <a:extLst xmlns:a="http://schemas.openxmlformats.org/drawingml/2006/main">
              <a:ext uri="{FF2B5EF4-FFF2-40B4-BE49-F238E27FC236}">
                <a16:creationId xmlns:a16="http://schemas.microsoft.com/office/drawing/2014/main" id="{18FC5C3F-98E2-460B-98ED-90AACAC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17006"/>
            <a:ext cx="4733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F7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2">
            <a:extLst xmlns:a="http://schemas.openxmlformats.org/drawingml/2006/main">
              <a:ext uri="{FF2B5EF4-FFF2-40B4-BE49-F238E27FC236}">
                <a16:creationId xmlns:a16="http://schemas.microsoft.com/office/drawing/2014/main" id="{94738310-9442-4F8F-8894-A5EAFC3A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9631"/>
            <a:ext cx="47339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22">
            <a:extLst xmlns:a="http://schemas.openxmlformats.org/drawingml/2006/main">
              <a:ext uri="{FF2B5EF4-FFF2-40B4-BE49-F238E27FC236}">
                <a16:creationId xmlns:a16="http://schemas.microsoft.com/office/drawing/2014/main" id="{B982E639-EACD-4497-8A5A-1562007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2981"/>
            <a:ext cx="4200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KÍCH HOẠT HỆ THỐNG NGAY</a:t>
            </a:r>
            <a:endParaRPr/>
          </a:p>
        </p:txBody>
      </p:sp>
      <p:sp>
        <p:nvSpPr>
          <p:cNvPr id="276" name="Google Shape;276;p22">
            <a:extLst xmlns:a="http://schemas.openxmlformats.org/drawingml/2006/main">
              <a:ext uri="{FF2B5EF4-FFF2-40B4-BE49-F238E27FC236}">
                <a16:creationId xmlns:a16="http://schemas.microsoft.com/office/drawing/2014/main" id="{ADD7A27D-2BC6-45B0-9152-B6D07295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88756"/>
            <a:ext cx="4733925" cy="22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Hỗ trợ kỹ thuật qua Hotline/Zalo: 24/7</a:t>
            </a:r>
            <a:endParaRPr/>
          </a:p>
        </p:txBody>
      </p:sp>
      <p:sp>
        <p:nvSpPr>
          <p:cNvPr id="277" name="Google Shape;277;p22">
            <a:extLst xmlns:a="http://schemas.openxmlformats.org/drawingml/2006/main">
              <a:ext uri="{FF2B5EF4-FFF2-40B4-BE49-F238E27FC236}">
                <a16:creationId xmlns:a16="http://schemas.microsoft.com/office/drawing/2014/main" id="{4CF6E248-3E3F-4212-B32B-4CB3F90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56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Quản lý đến 500 lịch sử đi làm thực tế</a:t>
            </a:r>
            <a:endParaRPr/>
          </a:p>
        </p:txBody>
      </p:sp>
      <p:sp>
        <p:nvSpPr>
          <p:cNvPr id="278" name="Google Shape;278;p22">
            <a:extLst xmlns:a="http://schemas.openxmlformats.org/drawingml/2006/main">
              <a:ext uri="{FF2B5EF4-FFF2-40B4-BE49-F238E27FC236}">
                <a16:creationId xmlns:a16="http://schemas.microsoft.com/office/drawing/2014/main" id="{7993793C-2B73-4AA7-B693-4903C87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04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5 tài khoản Staff + 5 Nhà máy / Đối tác</a:t>
            </a:r>
            <a:endParaRPr/>
          </a:p>
        </p:txBody>
      </p:sp>
      <p:sp>
        <p:nvSpPr>
          <p:cNvPr id="279" name="Google Shape;279;p22">
            <a:extLst xmlns:a="http://schemas.openxmlformats.org/drawingml/2006/main">
              <a:ext uri="{FF2B5EF4-FFF2-40B4-BE49-F238E27FC236}">
                <a16:creationId xmlns:a16="http://schemas.microsoft.com/office/drawing/2014/main" id="{F4FBB94B-A971-4D9E-AA33-5BD07ECD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52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Cập nhật tính năng &amp; Bảo mật tự động</a:t>
            </a:r>
            <a:endParaRPr/>
          </a:p>
        </p:txBody>
      </p:sp>
      <p:sp>
        <p:nvSpPr>
          <p:cNvPr id="280" name="Google Shape;280;p22">
            <a:extLst xmlns:a="http://schemas.openxmlformats.org/drawingml/2006/main">
              <a:ext uri="{FF2B5EF4-FFF2-40B4-BE49-F238E27FC236}">
                <a16:creationId xmlns:a16="http://schemas.microsoft.com/office/drawing/2014/main" id="{1A6ACA33-62AC-45FD-80BA-9C24B812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21781"/>
            <a:ext cx="43148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Xác nhận gói thí điểm và khởi tạo hệ thống riêng cho công ty.</a:t>
            </a:r>
            <a:endParaRPr/>
          </a:p>
        </p:txBody>
      </p:sp>
      <p:sp>
        <p:nvSpPr>
          <p:cNvPr id="281" name="Google Shape;281;p22">
            <a:extLst xmlns:a="http://schemas.openxmlformats.org/drawingml/2006/main">
              <a:ext uri="{FF2B5EF4-FFF2-40B4-BE49-F238E27FC236}">
                <a16:creationId xmlns:a16="http://schemas.microsoft.com/office/drawing/2014/main" id="{0E0E7AB3-67AA-4641-B2F5-E643AB8D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74231"/>
            <a:ext cx="43148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Gửi file Excel mẫu; kỹ thuật chuẩn hóa và nhập dữ liệu ban đầu miễn phí.</a:t>
            </a:r>
            <a:endParaRPr/>
          </a:p>
        </p:txBody>
      </p:sp>
      <p:sp>
        <p:nvSpPr>
          <p:cNvPr id="282" name="Google Shape;282;p22">
            <a:extLst xmlns:a="http://schemas.openxmlformats.org/drawingml/2006/main">
              <a:ext uri="{FF2B5EF4-FFF2-40B4-BE49-F238E27FC236}">
                <a16:creationId xmlns:a16="http://schemas.microsoft.com/office/drawing/2014/main" id="{41570006-5D98-480F-8EAA-BDD407DB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26681"/>
            <a:ext cx="4314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Nhận bàn giao và bắt đầu vận hành trong tuần này.</a:t>
            </a:r>
            <a:endParaRPr/>
          </a:p>
        </p:txBody>
      </p:sp>
      <p:pic>
        <p:nvPicPr>
          <p:cNvPr id="324" name="Google Shape;28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531464d3824d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72226" y="4850606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4" name="Google Shape;284;p22">
            <a:extLst xmlns:a="http://schemas.openxmlformats.org/drawingml/2006/main">
              <a:ext uri="{FF2B5EF4-FFF2-40B4-BE49-F238E27FC236}">
                <a16:creationId xmlns:a16="http://schemas.microsoft.com/office/drawing/2014/main" id="{0CB4ABBD-1B12-41AE-940B-1F1D6AE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75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5" name="Google Shape;285;p22">
            <a:extLst xmlns:a="http://schemas.openxmlformats.org/drawingml/2006/main">
              <a:ext uri="{FF2B5EF4-FFF2-40B4-BE49-F238E27FC236}">
                <a16:creationId xmlns:a16="http://schemas.microsoft.com/office/drawing/2014/main" id="{3237B6BC-5211-4BDA-84C4-34DDC183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23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6" name="Google Shape;286;p22">
            <a:extLst xmlns:a="http://schemas.openxmlformats.org/drawingml/2006/main">
              <a:ext uri="{FF2B5EF4-FFF2-40B4-BE49-F238E27FC236}">
                <a16:creationId xmlns:a16="http://schemas.microsoft.com/office/drawing/2014/main" id="{B9C39A4C-4CBE-4203-B4AE-CE98FE0E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71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28" name="Google Shape;28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02aba52d0446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800" y="4460081"/>
            <a:ext cx="1333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8" name="Google Shape;288;p22">
            <a:extLst xmlns:a="http://schemas.openxmlformats.org/drawingml/2006/main">
              <a:ext uri="{FF2B5EF4-FFF2-40B4-BE49-F238E27FC236}">
                <a16:creationId xmlns:a16="http://schemas.microsoft.com/office/drawing/2014/main" id="{C6857A7D-760F-4954-A953-D09B359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8368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9" name="Google Shape;289;p22">
            <a:extLst xmlns:a="http://schemas.openxmlformats.org/drawingml/2006/main">
              <a:ext uri="{FF2B5EF4-FFF2-40B4-BE49-F238E27FC236}">
                <a16:creationId xmlns:a16="http://schemas.microsoft.com/office/drawing/2014/main" id="{3827847F-1B90-4C6E-99FB-C0112D07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3613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90" name="Google Shape;290;p22">
            <a:extLst xmlns:a="http://schemas.openxmlformats.org/drawingml/2006/main">
              <a:ext uri="{FF2B5EF4-FFF2-40B4-BE49-F238E27FC236}">
                <a16:creationId xmlns:a16="http://schemas.microsoft.com/office/drawing/2014/main" id="{04A64BC0-1C9F-4470-A3C2-BC46AC65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8858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32" name="Google Shape;29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1e86fb97bc4f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3837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3" name="Google Shape;29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1e86fb97bc4f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6885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4" name="Google Shape;29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1e86fb97bc4f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9933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4" name="Google Shape;294;p22">
            <a:extLst xmlns:a="http://schemas.openxmlformats.org/drawingml/2006/main">
              <a:ext uri="{FF2B5EF4-FFF2-40B4-BE49-F238E27FC236}">
                <a16:creationId xmlns:a16="http://schemas.microsoft.com/office/drawing/2014/main" id="{471D1458-79EF-4656-9629-BA1D083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Bắt đầu bằng gói thí điểm</a:t>
            </a:r>
            <a:endParaRPr/>
          </a:p>
        </p:txBody>
      </p:sp>
      <p:sp>
        <p:nvSpPr>
          <p:cNvPr id="295" name="Google Shape;295;p22">
            <a:extLst xmlns:a="http://schemas.openxmlformats.org/drawingml/2006/main">
              <a:ext uri="{FF2B5EF4-FFF2-40B4-BE49-F238E27FC236}">
                <a16:creationId xmlns:a16="http://schemas.microsoft.com/office/drawing/2014/main" id="{27388AD0-AD36-4C4A-B5FB-68B7CE7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240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8" name="Google Shape;300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35f1b5153344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9" name="Google Shape;301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75cf5c532946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19462" y="3643312"/>
            <a:ext cx="857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2" name="Google Shape;302;p23">
            <a:extLst xmlns:a="http://schemas.openxmlformats.org/drawingml/2006/main">
              <a:ext uri="{FF2B5EF4-FFF2-40B4-BE49-F238E27FC236}">
                <a16:creationId xmlns:a16="http://schemas.microsoft.com/office/drawing/2014/main" id="{59FFE96F-CE4C-4E33-997F-2C596675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837" y="3650456"/>
            <a:ext cx="4457700" cy="22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Ảnh dashboard tham chiếu: adminlte.io</a:t>
            </a:r>
            <a:endParaRPr/>
          </a:p>
        </p:txBody>
      </p:sp>
      <p:sp>
        <p:nvSpPr>
          <p:cNvPr id="303" name="Google Shape;303;p23">
            <a:extLst xmlns:a="http://schemas.openxmlformats.org/drawingml/2006/main">
              <a:ext uri="{FF2B5EF4-FFF2-40B4-BE49-F238E27FC236}">
                <a16:creationId xmlns:a16="http://schemas.microsoft.com/office/drawing/2014/main" id="{8E35E08B-3946-4AAB-9CEB-F9479809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837" y="3883818"/>
            <a:ext cx="4457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1200" b="0" i="0" u="none" cap="none">
                <a:solidFill>
                  <a:srgbClr val="4F46E5"/>
                </a:solidFill>
                <a:latin typeface="Arial"/>
                <a:ea typeface="Arial"/>
                <a:cs typeface="Arial"/>
              </a:rPr>
              <a:t>adminlte.io</a:t>
            </a:r>
            <a:endParaRPr/>
          </a:p>
        </p:txBody>
      </p:sp>
      <p:sp>
        <p:nvSpPr>
          <p:cNvPr id="304" name="Google Shape;304;p23">
            <a:extLst xmlns:a="http://schemas.openxmlformats.org/drawingml/2006/main">
              <a:ext uri="{FF2B5EF4-FFF2-40B4-BE49-F238E27FC236}">
                <a16:creationId xmlns:a16="http://schemas.microsoft.com/office/drawing/2014/main" id="{F2D83A7C-3BE7-42FB-8E50-8D292574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Nguồn hình ảnh tham chiếu</a:t>
            </a:r>
            <a:endParaRPr/>
          </a:p>
        </p:txBody>
      </p:sp>
      <p:sp>
        <p:nvSpPr>
          <p:cNvPr id="305" name="Google Shape;305;p23">
            <a:extLst xmlns:a="http://schemas.openxmlformats.org/drawingml/2006/main">
              <a:ext uri="{FF2B5EF4-FFF2-40B4-BE49-F238E27FC236}">
                <a16:creationId xmlns:a16="http://schemas.microsoft.com/office/drawing/2014/main" id="{F1223124-2377-43A3-9512-E605002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1336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2026-09-05T08:34:37.1240000Z</dcterms:created>
  <dcterms:modified xsi:type="dcterms:W3CDTF">2026-09-05T08:34:37.1240000Z</dcterms:modified>
</coreProperties>
</file>