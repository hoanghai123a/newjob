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d8a77a2b29147f2" /><Relationship Type="http://schemas.openxmlformats.org/officeDocument/2006/relationships/extended-properties" Target="/docProps/app.xml" Id="Re755551b96e541d7" /><Relationship Type="http://schemas.openxmlformats.org/officeDocument/2006/relationships/officeDocument" Target="/ppt/presentation.xml" Id="R01fbbfd32901480b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88fdbc90563c4b62"/>
  </p:sldMasterIdLst>
  <p:notesMasterIdLst>
    <p:notesMasterId xmlns:r="http://schemas.openxmlformats.org/officeDocument/2006/relationships" r:id="Rbdbb4f3b07044b8f"/>
  </p:notesMasterIdLst>
  <p:sldIdLst>
    <p:sldId xmlns:r="http://schemas.openxmlformats.org/officeDocument/2006/relationships" id="256" r:id="R0bfffacaf6b4487b"/>
    <p:sldId xmlns:r="http://schemas.openxmlformats.org/officeDocument/2006/relationships" id="257" r:id="Raf83607160cc4f89"/>
    <p:sldId xmlns:r="http://schemas.openxmlformats.org/officeDocument/2006/relationships" id="258" r:id="R2c4611e3d1f140d0"/>
    <p:sldId xmlns:r="http://schemas.openxmlformats.org/officeDocument/2006/relationships" id="259" r:id="R53dac4680a4e488b"/>
    <p:sldId xmlns:r="http://schemas.openxmlformats.org/officeDocument/2006/relationships" id="260" r:id="Rca6e4002ecfb43ba"/>
    <p:sldId xmlns:r="http://schemas.openxmlformats.org/officeDocument/2006/relationships" id="261" r:id="Rc6b8b8e1dc824d28"/>
    <p:sldId xmlns:r="http://schemas.openxmlformats.org/officeDocument/2006/relationships" id="262" r:id="R79f387d9e1e24898"/>
    <p:sldId xmlns:r="http://schemas.openxmlformats.org/officeDocument/2006/relationships" id="263" r:id="Rbb9c07028d174202"/>
    <p:sldId xmlns:r="http://schemas.openxmlformats.org/officeDocument/2006/relationships" id="264" r:id="R14d607eb96d74e4f"/>
    <p:sldId xmlns:r="http://schemas.openxmlformats.org/officeDocument/2006/relationships" id="265" r:id="Rb5b05e9368984d8b"/>
    <p:sldId xmlns:r="http://schemas.openxmlformats.org/officeDocument/2006/relationships" id="266" r:id="Rbd3862afcc6e46e7"/>
  </p:sldIdLst>
  <p:sldSz cx="12192000" cy="6858000"/>
  <p:notesSz cx="6858000" cy="9144000"/>
  <p:embeddedFontLst>
    <p:embeddedFont>
      <p:font typeface="Poppins"/>
      <p:regular xmlns:r="http://schemas.openxmlformats.org/officeDocument/2006/relationships" r:id="R8b565b8f277641ea"/>
      <p:bold xmlns:r="http://schemas.openxmlformats.org/officeDocument/2006/relationships" r:id="Rab1a3553f7da48a4"/>
      <p:italic xmlns:r="http://schemas.openxmlformats.org/officeDocument/2006/relationships" r:id="Rf8f1c0e05c44421a"/>
      <p:boldItalic xmlns:r="http://schemas.openxmlformats.org/officeDocument/2006/relationships" r:id="R3590d9852d0a48fa"/>
    </p:embeddedFont>
    <p:embeddedFont>
      <p:font typeface="Lato"/>
      <p:regular xmlns:r="http://schemas.openxmlformats.org/officeDocument/2006/relationships" r:id="R978b0941fca74a22"/>
      <p:bold xmlns:r="http://schemas.openxmlformats.org/officeDocument/2006/relationships" r:id="R8f669d2a2ec24b91"/>
      <p:italic xmlns:r="http://schemas.openxmlformats.org/officeDocument/2006/relationships" r:id="R50cdaf0e2f0e495d"/>
      <p:boldItalic xmlns:r="http://schemas.openxmlformats.org/officeDocument/2006/relationships" r:id="Rb77492572d5843ae"/>
    </p:embeddedFont>
    <p:embeddedFont>
      <p:font typeface="Poppins SemiBold"/>
      <p:regular xmlns:r="http://schemas.openxmlformats.org/officeDocument/2006/relationships" r:id="R687102806a4a44ca"/>
      <p:bold xmlns:r="http://schemas.openxmlformats.org/officeDocument/2006/relationships" r:id="Rd6ff64bbd1274ee4"/>
      <p:italic xmlns:r="http://schemas.openxmlformats.org/officeDocument/2006/relationships" r:id="Rc1e87b94abec4a93"/>
      <p:boldItalic xmlns:r="http://schemas.openxmlformats.org/officeDocument/2006/relationships" r:id="R45c9228bc5ce435d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xmlns:r="http://schemas.openxmlformats.org/officeDocument/2006/relationships" def="{89BDE6DB-7701-4B69-9FE2-2E41202F5456}">
  <a:tblStyle styleId="{89BDE6DB-7701-4B69-9FE2-2E41202F545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6284dd516b4063" /><Relationship Type="http://schemas.openxmlformats.org/officeDocument/2006/relationships/slideMaster" Target="/ppt/slideMasters/slideMaster1.xml" Id="R88fdbc90563c4b62" /><Relationship Type="http://schemas.openxmlformats.org/officeDocument/2006/relationships/notesMaster" Target="/ppt/notesMasters/notesMaster1.xml" Id="Rbdbb4f3b07044b8f" /><Relationship Type="http://schemas.openxmlformats.org/officeDocument/2006/relationships/presProps" Target="/ppt/presProps.xml" Id="Reaeabb99551649b6" /><Relationship Type="http://schemas.openxmlformats.org/officeDocument/2006/relationships/viewProps" Target="/ppt/viewProps.xml" Id="Ra12944623bd44201" /><Relationship Type="http://schemas.openxmlformats.org/officeDocument/2006/relationships/tableStyles" Target="/ppt/tableStyles.xml" Id="R851316e6d4014f81" /><Relationship Type="http://schemas.openxmlformats.org/officeDocument/2006/relationships/font" Target="/ppt/fonts/font.dat" Id="R8b565b8f277641ea" /><Relationship Type="http://schemas.openxmlformats.org/officeDocument/2006/relationships/font" Target="/ppt/fonts/font2.dat" Id="Rab1a3553f7da48a4" /><Relationship Type="http://schemas.openxmlformats.org/officeDocument/2006/relationships/font" Target="/ppt/fonts/font3.dat" Id="Rf8f1c0e05c44421a" /><Relationship Type="http://schemas.openxmlformats.org/officeDocument/2006/relationships/font" Target="/ppt/fonts/font4.dat" Id="R3590d9852d0a48fa" /><Relationship Type="http://schemas.openxmlformats.org/officeDocument/2006/relationships/font" Target="/ppt/fonts/font5.dat" Id="R978b0941fca74a22" /><Relationship Type="http://schemas.openxmlformats.org/officeDocument/2006/relationships/font" Target="/ppt/fonts/font6.dat" Id="R8f669d2a2ec24b91" /><Relationship Type="http://schemas.openxmlformats.org/officeDocument/2006/relationships/font" Target="/ppt/fonts/font7.dat" Id="R50cdaf0e2f0e495d" /><Relationship Type="http://schemas.openxmlformats.org/officeDocument/2006/relationships/font" Target="/ppt/fonts/font8.dat" Id="Rb77492572d5843ae" /><Relationship Type="http://schemas.openxmlformats.org/officeDocument/2006/relationships/font" Target="/ppt/fonts/font9.dat" Id="R687102806a4a44ca" /><Relationship Type="http://schemas.openxmlformats.org/officeDocument/2006/relationships/font" Target="/ppt/fonts/font10.dat" Id="Rd6ff64bbd1274ee4" /><Relationship Type="http://schemas.openxmlformats.org/officeDocument/2006/relationships/font" Target="/ppt/fonts/font11.dat" Id="Rc1e87b94abec4a93" /><Relationship Type="http://schemas.openxmlformats.org/officeDocument/2006/relationships/font" Target="/ppt/fonts/font12.dat" Id="R45c9228bc5ce435d" /><Relationship Type="http://schemas.openxmlformats.org/officeDocument/2006/relationships/slide" Target="/ppt/slides/slide1.xml" Id="R0bfffacaf6b4487b" /><Relationship Type="http://schemas.openxmlformats.org/officeDocument/2006/relationships/slide" Target="/ppt/slides/slide2.xml" Id="Raf83607160cc4f89" /><Relationship Type="http://schemas.openxmlformats.org/officeDocument/2006/relationships/slide" Target="/ppt/slides/slide3.xml" Id="R2c4611e3d1f140d0" /><Relationship Type="http://schemas.openxmlformats.org/officeDocument/2006/relationships/slide" Target="/ppt/slides/slide4.xml" Id="R53dac4680a4e488b" /><Relationship Type="http://schemas.openxmlformats.org/officeDocument/2006/relationships/slide" Target="/ppt/slides/slide5.xml" Id="Rca6e4002ecfb43ba" /><Relationship Type="http://schemas.openxmlformats.org/officeDocument/2006/relationships/slide" Target="/ppt/slides/slide6.xml" Id="Rc6b8b8e1dc824d28" /><Relationship Type="http://schemas.openxmlformats.org/officeDocument/2006/relationships/slide" Target="/ppt/slides/slide7.xml" Id="R79f387d9e1e24898" /><Relationship Type="http://schemas.openxmlformats.org/officeDocument/2006/relationships/slide" Target="/ppt/slides/slide8.xml" Id="Rbb9c07028d174202" /><Relationship Type="http://schemas.openxmlformats.org/officeDocument/2006/relationships/slide" Target="/ppt/slides/slide9.xml" Id="R14d607eb96d74e4f" /><Relationship Type="http://schemas.openxmlformats.org/officeDocument/2006/relationships/slide" Target="/ppt/slides/slide10.xml" Id="Rb5b05e9368984d8b" /><Relationship Type="http://schemas.openxmlformats.org/officeDocument/2006/relationships/slide" Target="/ppt/slides/slide11.xml" Id="Rbd3862afcc6e46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08f85dede14b9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586e840cb9475c" /><Relationship Type="http://schemas.openxmlformats.org/officeDocument/2006/relationships/notesMaster" Target="/ppt/notesMasters/notesMaster1.xml" Id="Reb77625e60ae4d4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fcb9a61711a4898" /><Relationship Type="http://schemas.openxmlformats.org/officeDocument/2006/relationships/notesMaster" Target="/ppt/notesMasters/notesMaster1.xml" Id="Rb5dc955f067a4f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98be49258184646" /><Relationship Type="http://schemas.openxmlformats.org/officeDocument/2006/relationships/notesMaster" Target="/ppt/notesMasters/notesMaster1.xml" Id="R8197475234bb41e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12e3fe7e00847cb" /><Relationship Type="http://schemas.openxmlformats.org/officeDocument/2006/relationships/notesMaster" Target="/ppt/notesMasters/notesMaster1.xml" Id="R6590c765225540a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a6631859d84f10" /><Relationship Type="http://schemas.openxmlformats.org/officeDocument/2006/relationships/notesMaster" Target="/ppt/notesMasters/notesMaster1.xml" Id="Red8f078017b14f0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1159a892a414ed7" /><Relationship Type="http://schemas.openxmlformats.org/officeDocument/2006/relationships/notesMaster" Target="/ppt/notesMasters/notesMaster1.xml" Id="R14c6d03494ba4cd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d358d1c28fe4a89" /><Relationship Type="http://schemas.openxmlformats.org/officeDocument/2006/relationships/notesMaster" Target="/ppt/notesMasters/notesMaster1.xml" Id="Rede8fbb0a07d488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59157e0747d4f74" /><Relationship Type="http://schemas.openxmlformats.org/officeDocument/2006/relationships/notesMaster" Target="/ppt/notesMasters/notesMaster1.xml" Id="R1d6d719c8e494af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951e42bc34f42df" /><Relationship Type="http://schemas.openxmlformats.org/officeDocument/2006/relationships/notesMaster" Target="/ppt/notesMasters/notesMaster1.xml" Id="R01163a506bfc4c9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965fffef9d74faf" /><Relationship Type="http://schemas.openxmlformats.org/officeDocument/2006/relationships/notesMaster" Target="/ppt/notesMasters/notesMaster1.xml" Id="Ra849f63b1d764a0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43e0e1cacc44e34" /><Relationship Type="http://schemas.openxmlformats.org/officeDocument/2006/relationships/notesMaster" Target="/ppt/notesMasters/notesMaster1.xml" Id="Rabfd81d0a14347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b61dc39c51414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c1f6a1a255470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a8d77fe18e439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156a4a5fa8406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867829140b416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e7d1da2a2749e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d9794b46e54b9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2ba1862cc4489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95c37b83fd42d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4f2ea20bc5482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a12f10527a4578" /></Relationships>
</file>

<file path=ppt/slideLayouts/slideLayout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89558D26-32E5-4A81-8A58-4569444314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Google Shape;13;p2">
            <a:extLst xmlns:a="http://schemas.openxmlformats.org/drawingml/2006/main">
              <a:ext uri="{FF2B5EF4-FFF2-40B4-BE49-F238E27FC236}">
                <a16:creationId xmlns:a16="http://schemas.microsoft.com/office/drawing/2014/main" id="{262D9D23-03EB-40E7-9BF5-2292936C694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4" name="Google Shape;14;p2">
            <a:extLst xmlns:a="http://schemas.openxmlformats.org/drawingml/2006/main">
              <a:ext uri="{FF2B5EF4-FFF2-40B4-BE49-F238E27FC236}">
                <a16:creationId xmlns:a16="http://schemas.microsoft.com/office/drawing/2014/main" id="{8A655AD6-3731-4ECD-A5B2-CE953404B25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2CFF884E-ED89-4448-9317-23F314FC8B6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7" name="Google Shape;17;p3">
            <a:extLst xmlns:a="http://schemas.openxmlformats.org/drawingml/2006/main">
              <a:ext uri="{FF2B5EF4-FFF2-40B4-BE49-F238E27FC236}">
                <a16:creationId xmlns:a16="http://schemas.microsoft.com/office/drawing/2014/main" id="{E3AE8AC1-6DAF-4C2E-85BD-B65692ADCB6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09F292AA-684F-4D66-AD8C-3F0596EE393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Google Shape;19;p3">
            <a:extLst xmlns:a="http://schemas.openxmlformats.org/drawingml/2006/main">
              <a:ext uri="{FF2B5EF4-FFF2-40B4-BE49-F238E27FC236}">
                <a16:creationId xmlns:a16="http://schemas.microsoft.com/office/drawing/2014/main" id="{E22B1279-1146-4986-93F8-AE9D9A2039F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DF579C8B-8B66-42BA-968D-FAB270247CA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Content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Google Shape;22;p4">
            <a:extLst xmlns:a="http://schemas.openxmlformats.org/drawingml/2006/main">
              <a:ext uri="{FF2B5EF4-FFF2-40B4-BE49-F238E27FC236}">
                <a16:creationId xmlns:a16="http://schemas.microsoft.com/office/drawing/2014/main" id="{DF86E1F8-81D1-4A48-81EA-8CC860C918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3" name="Google Shape;23;p4">
            <a:extLst xmlns:a="http://schemas.openxmlformats.org/drawingml/2006/main">
              <a:ext uri="{FF2B5EF4-FFF2-40B4-BE49-F238E27FC236}">
                <a16:creationId xmlns:a16="http://schemas.microsoft.com/office/drawing/2014/main" id="{009E8A94-CDC6-4004-990B-96A45D52C3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4" name="Google Shape;24;p4">
            <a:extLst xmlns:a="http://schemas.openxmlformats.org/drawingml/2006/main">
              <a:ext uri="{FF2B5EF4-FFF2-40B4-BE49-F238E27FC236}">
                <a16:creationId xmlns:a16="http://schemas.microsoft.com/office/drawing/2014/main" id="{CB8B5B0E-9525-42A5-9EAF-4116A51E91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Google Shape;25;p4">
            <a:extLst xmlns:a="http://schemas.openxmlformats.org/drawingml/2006/main">
              <a:ext uri="{FF2B5EF4-FFF2-40B4-BE49-F238E27FC236}">
                <a16:creationId xmlns:a16="http://schemas.microsoft.com/office/drawing/2014/main" id="{360489FA-F305-4509-A3D8-FF1A41BFF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6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63706C01-3C31-409F-A789-7ECCFC54EFE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Google Shape;28;p5">
            <a:extLst xmlns:a="http://schemas.openxmlformats.org/drawingml/2006/main">
              <a:ext uri="{FF2B5EF4-FFF2-40B4-BE49-F238E27FC236}">
                <a16:creationId xmlns:a16="http://schemas.microsoft.com/office/drawing/2014/main" id="{97632A12-FB7F-4B82-ABE1-D946FCF392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9" name="Google Shape;29;p5">
            <a:extLst xmlns:a="http://schemas.openxmlformats.org/drawingml/2006/main">
              <a:ext uri="{FF2B5EF4-FFF2-40B4-BE49-F238E27FC236}">
                <a16:creationId xmlns:a16="http://schemas.microsoft.com/office/drawing/2014/main" id="{DD133FF9-7173-49A9-993D-DCDF5DD8D95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30" name="Google Shape;30;p5">
            <a:extLst xmlns:a="http://schemas.openxmlformats.org/drawingml/2006/main">
              <a:ext uri="{FF2B5EF4-FFF2-40B4-BE49-F238E27FC236}">
                <a16:creationId xmlns:a16="http://schemas.microsoft.com/office/drawing/2014/main" id="{D8E51AE1-E787-4BC2-A4A4-0EBFF29B08A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Google Shape;31;p5">
            <a:extLst xmlns:a="http://schemas.openxmlformats.org/drawingml/2006/main">
              <a:ext uri="{FF2B5EF4-FFF2-40B4-BE49-F238E27FC236}">
                <a16:creationId xmlns:a16="http://schemas.microsoft.com/office/drawing/2014/main" id="{0227D6DE-AE17-48FF-BFA1-7396CD30D89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2" name="Google Shape;32;p5">
            <a:extLst xmlns:a="http://schemas.openxmlformats.org/drawingml/2006/main">
              <a:ext uri="{FF2B5EF4-FFF2-40B4-BE49-F238E27FC236}">
                <a16:creationId xmlns:a16="http://schemas.microsoft.com/office/drawing/2014/main" id="{468BDF6C-1B04-4429-AEFC-D41B40BFDD6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wo Content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Google Shape;34;p6">
            <a:extLst xmlns:a="http://schemas.openxmlformats.org/drawingml/2006/main">
              <a:ext uri="{FF2B5EF4-FFF2-40B4-BE49-F238E27FC236}">
                <a16:creationId xmlns:a16="http://schemas.microsoft.com/office/drawing/2014/main" id="{63419CEF-92B5-43E0-A0F7-570DDE70A6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Google Shape;35;p6">
            <a:extLst xmlns:a="http://schemas.openxmlformats.org/drawingml/2006/main">
              <a:ext uri="{FF2B5EF4-FFF2-40B4-BE49-F238E27FC236}">
                <a16:creationId xmlns:a16="http://schemas.microsoft.com/office/drawing/2014/main" id="{E40D7B0F-8A1C-430C-963D-25D10CA56B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40386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 xmlns:a="http://schemas.openxmlformats.org/drawingml/2006/main"/>
        </p:txBody>
      </p:sp>
      <p:sp>
        <p:nvSpPr>
          <p:cNvPr id="36" name="Google Shape;36;p6">
            <a:extLst xmlns:a="http://schemas.openxmlformats.org/drawingml/2006/main">
              <a:ext uri="{FF2B5EF4-FFF2-40B4-BE49-F238E27FC236}">
                <a16:creationId xmlns:a16="http://schemas.microsoft.com/office/drawing/2014/main" id="{B72BE747-8725-4083-9C26-A2B82DB8F8F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48200" y="1600200"/>
            <a:ext cx="40386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 xmlns:a="http://schemas.openxmlformats.org/drawingml/2006/main"/>
        </p:txBody>
      </p:sp>
      <p:sp>
        <p:nvSpPr>
          <p:cNvPr id="37" name="Google Shape;37;p6">
            <a:extLst xmlns:a="http://schemas.openxmlformats.org/drawingml/2006/main">
              <a:ext uri="{FF2B5EF4-FFF2-40B4-BE49-F238E27FC236}">
                <a16:creationId xmlns:a16="http://schemas.microsoft.com/office/drawing/2014/main" id="{EC93A04C-D199-445D-9B57-181C0C2EF37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Google Shape;38;p6">
            <a:extLst xmlns:a="http://schemas.openxmlformats.org/drawingml/2006/main">
              <a:ext uri="{FF2B5EF4-FFF2-40B4-BE49-F238E27FC236}">
                <a16:creationId xmlns:a16="http://schemas.microsoft.com/office/drawing/2014/main" id="{B28AE467-A62F-4FAE-9959-E6BF23B890E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9" name="Google Shape;39;p6">
            <a:extLst xmlns:a="http://schemas.openxmlformats.org/drawingml/2006/main">
              <a:ext uri="{FF2B5EF4-FFF2-40B4-BE49-F238E27FC236}">
                <a16:creationId xmlns:a16="http://schemas.microsoft.com/office/drawing/2014/main" id="{A4CF39A4-CA08-47BC-B45E-AF4549F09DD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Comparison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Google Shape;41;p7">
            <a:extLst xmlns:a="http://schemas.openxmlformats.org/drawingml/2006/main">
              <a:ext uri="{FF2B5EF4-FFF2-40B4-BE49-F238E27FC236}">
                <a16:creationId xmlns:a16="http://schemas.microsoft.com/office/drawing/2014/main" id="{7C0443CA-80E2-4C1E-A731-4F477A0D3E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2" name="Google Shape;42;p7">
            <a:extLst xmlns:a="http://schemas.openxmlformats.org/drawingml/2006/main">
              <a:ext uri="{FF2B5EF4-FFF2-40B4-BE49-F238E27FC236}">
                <a16:creationId xmlns:a16="http://schemas.microsoft.com/office/drawing/2014/main" id="{A9F890F2-CADB-49F9-9B39-68F07A3239B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3" name="Google Shape;43;p7">
            <a:extLst xmlns:a="http://schemas.openxmlformats.org/drawingml/2006/main">
              <a:ext uri="{FF2B5EF4-FFF2-40B4-BE49-F238E27FC236}">
                <a16:creationId xmlns:a16="http://schemas.microsoft.com/office/drawing/2014/main" id="{C4301DF4-B432-4EE6-8406-6223F4CAEA3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2174875"/>
            <a:ext cx="4040188" cy="3951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 xmlns:a="http://schemas.openxmlformats.org/drawingml/2006/main"/>
        </p:txBody>
      </p:sp>
      <p:sp>
        <p:nvSpPr>
          <p:cNvPr id="44" name="Google Shape;44;p7">
            <a:extLst xmlns:a="http://schemas.openxmlformats.org/drawingml/2006/main">
              <a:ext uri="{FF2B5EF4-FFF2-40B4-BE49-F238E27FC236}">
                <a16:creationId xmlns:a16="http://schemas.microsoft.com/office/drawing/2014/main" id="{54F0E77A-4E0C-47D3-9287-413426F27C5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5" name="Google Shape;45;p7">
            <a:extLst xmlns:a="http://schemas.openxmlformats.org/drawingml/2006/main">
              <a:ext uri="{FF2B5EF4-FFF2-40B4-BE49-F238E27FC236}">
                <a16:creationId xmlns:a16="http://schemas.microsoft.com/office/drawing/2014/main" id="{43E20B75-9D37-49FA-B689-285B9D98A2CD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45025" y="2174875"/>
            <a:ext cx="4041775" cy="3951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 xmlns:a="http://schemas.openxmlformats.org/drawingml/2006/main"/>
        </p:txBody>
      </p:sp>
      <p:sp>
        <p:nvSpPr>
          <p:cNvPr id="46" name="Google Shape;46;p7">
            <a:extLst xmlns:a="http://schemas.openxmlformats.org/drawingml/2006/main">
              <a:ext uri="{FF2B5EF4-FFF2-40B4-BE49-F238E27FC236}">
                <a16:creationId xmlns:a16="http://schemas.microsoft.com/office/drawing/2014/main" id="{C191EEBE-D014-4075-B067-90999CF934E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Google Shape;47;p7">
            <a:extLst xmlns:a="http://schemas.openxmlformats.org/drawingml/2006/main">
              <a:ext uri="{FF2B5EF4-FFF2-40B4-BE49-F238E27FC236}">
                <a16:creationId xmlns:a16="http://schemas.microsoft.com/office/drawing/2014/main" id="{18B83713-BDD9-4BB1-BE75-A23A619940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Google Shape;48;p7">
            <a:extLst xmlns:a="http://schemas.openxmlformats.org/drawingml/2006/main">
              <a:ext uri="{FF2B5EF4-FFF2-40B4-BE49-F238E27FC236}">
                <a16:creationId xmlns:a16="http://schemas.microsoft.com/office/drawing/2014/main" id="{086F80E4-ADC9-4941-8437-C521E0B00D9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Google Shape;50;p8">
            <a:extLst xmlns:a="http://schemas.openxmlformats.org/drawingml/2006/main">
              <a:ext uri="{FF2B5EF4-FFF2-40B4-BE49-F238E27FC236}">
                <a16:creationId xmlns:a16="http://schemas.microsoft.com/office/drawing/2014/main" id="{1A4CBFDF-F244-445E-A1D3-BCED91D4A6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1" name="Google Shape;51;p8">
            <a:extLst xmlns:a="http://schemas.openxmlformats.org/drawingml/2006/main">
              <a:ext uri="{FF2B5EF4-FFF2-40B4-BE49-F238E27FC236}">
                <a16:creationId xmlns:a16="http://schemas.microsoft.com/office/drawing/2014/main" id="{432C0B35-AC2E-451B-AC9A-0A00619FE7F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Google Shape;52;p8">
            <a:extLst xmlns:a="http://schemas.openxmlformats.org/drawingml/2006/main">
              <a:ext uri="{FF2B5EF4-FFF2-40B4-BE49-F238E27FC236}">
                <a16:creationId xmlns:a16="http://schemas.microsoft.com/office/drawing/2014/main" id="{C3429862-FB3A-46A1-A15E-2F8FCEC6DBF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Google Shape;53;p8">
            <a:extLst xmlns:a="http://schemas.openxmlformats.org/drawingml/2006/main">
              <a:ext uri="{FF2B5EF4-FFF2-40B4-BE49-F238E27FC236}">
                <a16:creationId xmlns:a16="http://schemas.microsoft.com/office/drawing/2014/main" id="{35B73A04-55FF-4EAE-BA4F-9515D70D26A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Content with Caption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Google Shape;55;p9">
            <a:extLst xmlns:a="http://schemas.openxmlformats.org/drawingml/2006/main">
              <a:ext uri="{FF2B5EF4-FFF2-40B4-BE49-F238E27FC236}">
                <a16:creationId xmlns:a16="http://schemas.microsoft.com/office/drawing/2014/main" id="{2C030553-BB34-472B-831E-F48C0481F0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Google Shape;56;p9">
            <a:extLst xmlns:a="http://schemas.openxmlformats.org/drawingml/2006/main">
              <a:ext uri="{FF2B5EF4-FFF2-40B4-BE49-F238E27FC236}">
                <a16:creationId xmlns:a16="http://schemas.microsoft.com/office/drawing/2014/main" id="{876E1695-5DC7-4F6E-A2F5-0279D19C1C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575050" y="273050"/>
            <a:ext cx="5111750" cy="5853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 xmlns:a="http://schemas.openxmlformats.org/drawingml/2006/main"/>
        </p:txBody>
      </p:sp>
      <p:sp>
        <p:nvSpPr>
          <p:cNvPr id="57" name="Google Shape;57;p9">
            <a:extLst xmlns:a="http://schemas.openxmlformats.org/drawingml/2006/main">
              <a:ext uri="{FF2B5EF4-FFF2-40B4-BE49-F238E27FC236}">
                <a16:creationId xmlns:a16="http://schemas.microsoft.com/office/drawing/2014/main" id="{7A774038-3A66-410B-BD97-926EB118BEE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 xmlns:a="http://schemas.openxmlformats.org/drawingml/2006/main"/>
        </p:txBody>
      </p:sp>
      <p:sp>
        <p:nvSpPr>
          <p:cNvPr id="58" name="Google Shape;58;p9">
            <a:extLst xmlns:a="http://schemas.openxmlformats.org/drawingml/2006/main">
              <a:ext uri="{FF2B5EF4-FFF2-40B4-BE49-F238E27FC236}">
                <a16:creationId xmlns:a16="http://schemas.microsoft.com/office/drawing/2014/main" id="{EA01BBFE-8D47-4742-9524-13698FE4553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Google Shape;59;p9">
            <a:extLst xmlns:a="http://schemas.openxmlformats.org/drawingml/2006/main">
              <a:ext uri="{FF2B5EF4-FFF2-40B4-BE49-F238E27FC236}">
                <a16:creationId xmlns:a16="http://schemas.microsoft.com/office/drawing/2014/main" id="{E6F42CB7-1C78-417F-A258-6E24D26F47A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Google Shape;60;p9">
            <a:extLst xmlns:a="http://schemas.openxmlformats.org/drawingml/2006/main">
              <a:ext uri="{FF2B5EF4-FFF2-40B4-BE49-F238E27FC236}">
                <a16:creationId xmlns:a16="http://schemas.microsoft.com/office/drawing/2014/main" id="{AEA1CEFE-C0EC-42E0-B52A-98D28CE881A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Picture with Caption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Google Shape;62;p10">
            <a:extLst xmlns:a="http://schemas.openxmlformats.org/drawingml/2006/main">
              <a:ext uri="{FF2B5EF4-FFF2-40B4-BE49-F238E27FC236}">
                <a16:creationId xmlns:a16="http://schemas.microsoft.com/office/drawing/2014/main" id="{BD62E697-1FA3-48BB-BF64-2D0A6BC2FA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Google Shape;63;p10">
            <a:extLst xmlns:a="http://schemas.openxmlformats.org/drawingml/2006/main">
              <a:ext uri="{FF2B5EF4-FFF2-40B4-BE49-F238E27FC236}">
                <a16:creationId xmlns:a16="http://schemas.microsoft.com/office/drawing/2014/main" id="{97093DD2-CD50-488B-99B5-5FEC7B9BB4B2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1792288" y="612775"/>
            <a:ext cx="5486400" cy="411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Google Shape;64;p10">
            <a:extLst xmlns:a="http://schemas.openxmlformats.org/drawingml/2006/main">
              <a:ext uri="{FF2B5EF4-FFF2-40B4-BE49-F238E27FC236}">
                <a16:creationId xmlns:a16="http://schemas.microsoft.com/office/drawing/2014/main" id="{F99302A0-B652-4381-AD5E-88C9A028A86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792288" y="5367338"/>
            <a:ext cx="5486400" cy="804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 xmlns:a="http://schemas.openxmlformats.org/drawingml/2006/main"/>
        </p:txBody>
      </p:sp>
      <p:sp>
        <p:nvSpPr>
          <p:cNvPr id="65" name="Google Shape;65;p10">
            <a:extLst xmlns:a="http://schemas.openxmlformats.org/drawingml/2006/main">
              <a:ext uri="{FF2B5EF4-FFF2-40B4-BE49-F238E27FC236}">
                <a16:creationId xmlns:a16="http://schemas.microsoft.com/office/drawing/2014/main" id="{68606D32-8F31-4F4A-8798-78ADF516ED7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Google Shape;66;p10">
            <a:extLst xmlns:a="http://schemas.openxmlformats.org/drawingml/2006/main">
              <a:ext uri="{FF2B5EF4-FFF2-40B4-BE49-F238E27FC236}">
                <a16:creationId xmlns:a16="http://schemas.microsoft.com/office/drawing/2014/main" id="{AA983CEB-8723-4BEC-B4A7-799D63E5C55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Google Shape;67;p10">
            <a:extLst xmlns:a="http://schemas.openxmlformats.org/drawingml/2006/main">
              <a:ext uri="{FF2B5EF4-FFF2-40B4-BE49-F238E27FC236}">
                <a16:creationId xmlns:a16="http://schemas.microsoft.com/office/drawing/2014/main" id="{446E567A-136F-4390-A563-60DA645A94B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Title and Vertical Text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Google Shape;69;p11">
            <a:extLst xmlns:a="http://schemas.openxmlformats.org/drawingml/2006/main">
              <a:ext uri="{FF2B5EF4-FFF2-40B4-BE49-F238E27FC236}">
                <a16:creationId xmlns:a16="http://schemas.microsoft.com/office/drawing/2014/main" id="{CA2CDA66-A49D-4B37-891D-609D96EC94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Google Shape;70;p11">
            <a:extLst xmlns:a="http://schemas.openxmlformats.org/drawingml/2006/main">
              <a:ext uri="{FF2B5EF4-FFF2-40B4-BE49-F238E27FC236}">
                <a16:creationId xmlns:a16="http://schemas.microsoft.com/office/drawing/2014/main" id="{C557A331-10C7-4DAD-A3BF-A3FD230D4E8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309019" y="-251618"/>
            <a:ext cx="4525963" cy="822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Google Shape;71;p11">
            <a:extLst xmlns:a="http://schemas.openxmlformats.org/drawingml/2006/main">
              <a:ext uri="{FF2B5EF4-FFF2-40B4-BE49-F238E27FC236}">
                <a16:creationId xmlns:a16="http://schemas.microsoft.com/office/drawing/2014/main" id="{298CD9A3-4DEF-47F6-8BDE-82A7FB2E533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Google Shape;72;p11">
            <a:extLst xmlns:a="http://schemas.openxmlformats.org/drawingml/2006/main">
              <a:ext uri="{FF2B5EF4-FFF2-40B4-BE49-F238E27FC236}">
                <a16:creationId xmlns:a16="http://schemas.microsoft.com/office/drawing/2014/main" id="{AFED7071-7B3E-4F5F-A9E3-F0B1CE73522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Google Shape;73;p11">
            <a:extLst xmlns:a="http://schemas.openxmlformats.org/drawingml/2006/main">
              <a:ext uri="{FF2B5EF4-FFF2-40B4-BE49-F238E27FC236}">
                <a16:creationId xmlns:a16="http://schemas.microsoft.com/office/drawing/2014/main" id="{C841EF0B-B0C2-4BC1-8EBE-729A30156A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Vertical Title and Text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Google Shape;75;p12">
            <a:extLst xmlns:a="http://schemas.openxmlformats.org/drawingml/2006/main">
              <a:ext uri="{FF2B5EF4-FFF2-40B4-BE49-F238E27FC236}">
                <a16:creationId xmlns:a16="http://schemas.microsoft.com/office/drawing/2014/main" id="{993D5501-17F6-4EBA-A26B-A4EDEC37EA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4732338" y="2171701"/>
            <a:ext cx="5851525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Google Shape;76;p12">
            <a:extLst xmlns:a="http://schemas.openxmlformats.org/drawingml/2006/main">
              <a:ext uri="{FF2B5EF4-FFF2-40B4-BE49-F238E27FC236}">
                <a16:creationId xmlns:a16="http://schemas.microsoft.com/office/drawing/2014/main" id="{380792A8-2F27-4CEA-8AE8-F092D2F5FA1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541338" y="190500"/>
            <a:ext cx="5851525" cy="601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Google Shape;77;p12">
            <a:extLst xmlns:a="http://schemas.openxmlformats.org/drawingml/2006/main">
              <a:ext uri="{FF2B5EF4-FFF2-40B4-BE49-F238E27FC236}">
                <a16:creationId xmlns:a16="http://schemas.microsoft.com/office/drawing/2014/main" id="{1772BAA5-0C6E-4ADC-BAC1-E98E068AC9F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Google Shape;78;p12">
            <a:extLst xmlns:a="http://schemas.openxmlformats.org/drawingml/2006/main">
              <a:ext uri="{FF2B5EF4-FFF2-40B4-BE49-F238E27FC236}">
                <a16:creationId xmlns:a16="http://schemas.microsoft.com/office/drawing/2014/main" id="{1CA5A6DB-D05B-4AD1-9C99-068456520F6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Google Shape;79;p12">
            <a:extLst xmlns:a="http://schemas.openxmlformats.org/drawingml/2006/main">
              <a:ext uri="{FF2B5EF4-FFF2-40B4-BE49-F238E27FC236}">
                <a16:creationId xmlns:a16="http://schemas.microsoft.com/office/drawing/2014/main" id="{0BF83D3C-5B8C-41CB-877E-473F04629FF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7de7fa28a004afe" /><Relationship Type="http://schemas.openxmlformats.org/officeDocument/2006/relationships/slideLayout" Target="/ppt/slideLayouts/slideLayout1.xml" Id="R20ac36d04d2e4b8e" /><Relationship Type="http://schemas.openxmlformats.org/officeDocument/2006/relationships/slideLayout" Target="/ppt/slideLayouts/slideLayout2.xml" Id="R6ed0a8e33b0c41f4" /><Relationship Type="http://schemas.openxmlformats.org/officeDocument/2006/relationships/slideLayout" Target="/ppt/slideLayouts/slideLayout3.xml" Id="Ra41f3ce867914eb8" /><Relationship Type="http://schemas.openxmlformats.org/officeDocument/2006/relationships/slideLayout" Target="/ppt/slideLayouts/slideLayout4.xml" Id="R14ddf80bbf3c4c6f" /><Relationship Type="http://schemas.openxmlformats.org/officeDocument/2006/relationships/slideLayout" Target="/ppt/slideLayouts/slideLayout5.xml" Id="R63e0203338bc41a6" /><Relationship Type="http://schemas.openxmlformats.org/officeDocument/2006/relationships/slideLayout" Target="/ppt/slideLayouts/slideLayout6.xml" Id="Ra7ed61aa891341d5" /><Relationship Type="http://schemas.openxmlformats.org/officeDocument/2006/relationships/slideLayout" Target="/ppt/slideLayouts/slideLayout7.xml" Id="Rc7014eb5d26d4e11" /><Relationship Type="http://schemas.openxmlformats.org/officeDocument/2006/relationships/slideLayout" Target="/ppt/slideLayouts/slideLayout8.xml" Id="R583088bc3d494172" /><Relationship Type="http://schemas.openxmlformats.org/officeDocument/2006/relationships/slideLayout" Target="/ppt/slideLayouts/slideLayout9.xml" Id="R3639769e2a1e4463" /><Relationship Type="http://schemas.openxmlformats.org/officeDocument/2006/relationships/slideLayout" Target="/ppt/slideLayouts/slideLayout10.xml" Id="R48941a1405e74d88" /><Relationship Type="http://schemas.openxmlformats.org/officeDocument/2006/relationships/slideLayout" Target="/ppt/slideLayouts/slideLayout11.xml" Id="R5cbce76b9c62449a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6CE766A4-81F0-4EB7-93CA-EE3301F94B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AB1BE281-D7D3-4ACA-8924-EBD954C5F2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AD6137DE-CA2C-43F0-80DD-D54CD46D3A5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9" name="Google Shape;9;p1">
            <a:extLst xmlns:a="http://schemas.openxmlformats.org/drawingml/2006/main">
              <a:ext uri="{FF2B5EF4-FFF2-40B4-BE49-F238E27FC236}">
                <a16:creationId xmlns:a16="http://schemas.microsoft.com/office/drawing/2014/main" id="{926DE11A-01A0-46C4-9710-F031CA030BA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10" name="Google Shape;10;p1">
            <a:extLst xmlns:a="http://schemas.openxmlformats.org/drawingml/2006/main">
              <a:ext uri="{FF2B5EF4-FFF2-40B4-BE49-F238E27FC236}">
                <a16:creationId xmlns:a16="http://schemas.microsoft.com/office/drawing/2014/main" id="{59259FA0-6DB5-47FC-9D9E-74900BF09E4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ac36d04d2e4b8e"/>
    <p:sldLayoutId xmlns:r="http://schemas.openxmlformats.org/officeDocument/2006/relationships" id="2147483650" r:id="R6ed0a8e33b0c41f4"/>
    <p:sldLayoutId xmlns:r="http://schemas.openxmlformats.org/officeDocument/2006/relationships" id="2147483651" r:id="Ra41f3ce867914eb8"/>
    <p:sldLayoutId xmlns:r="http://schemas.openxmlformats.org/officeDocument/2006/relationships" id="2147483652" r:id="R14ddf80bbf3c4c6f"/>
    <p:sldLayoutId xmlns:r="http://schemas.openxmlformats.org/officeDocument/2006/relationships" id="2147483653" r:id="R63e0203338bc41a6"/>
    <p:sldLayoutId xmlns:r="http://schemas.openxmlformats.org/officeDocument/2006/relationships" id="2147483654" r:id="Ra7ed61aa891341d5"/>
    <p:sldLayoutId xmlns:r="http://schemas.openxmlformats.org/officeDocument/2006/relationships" id="2147483655" r:id="Rc7014eb5d26d4e11"/>
    <p:sldLayoutId xmlns:r="http://schemas.openxmlformats.org/officeDocument/2006/relationships" id="2147483656" r:id="R583088bc3d494172"/>
    <p:sldLayoutId xmlns:r="http://schemas.openxmlformats.org/officeDocument/2006/relationships" id="2147483657" r:id="R3639769e2a1e4463"/>
    <p:sldLayoutId xmlns:r="http://schemas.openxmlformats.org/officeDocument/2006/relationships" id="2147483658" r:id="R48941a1405e74d88"/>
    <p:sldLayoutId xmlns:r="http://schemas.openxmlformats.org/officeDocument/2006/relationships" id="2147483659" r:id="R5cbce76b9c62449a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729611fdc34a77" /><Relationship Type="http://schemas.openxmlformats.org/officeDocument/2006/relationships/image" Target="/ppt/media/image.png" Id="Rd7a8584f8bdd442b" /><Relationship Type="http://schemas.openxmlformats.org/officeDocument/2006/relationships/image" Target="/ppt/media/image2.png" Id="R6f6c32dca63f4289" /><Relationship Type="http://schemas.openxmlformats.org/officeDocument/2006/relationships/notesSlide" Target="/ppt/notesSlides/notesSlide1.xml" Id="Rd2f1abb2f97d401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9eadd95ac34c75" /><Relationship Type="http://schemas.openxmlformats.org/officeDocument/2006/relationships/image" Target="/ppt/media/image.png" Id="R62a6ccb6dbd84edc" /><Relationship Type="http://schemas.openxmlformats.org/officeDocument/2006/relationships/image" Target="/ppt/media/image3.png" Id="Ra20595ae769745d8" /><Relationship Type="http://schemas.openxmlformats.org/officeDocument/2006/relationships/image" Target="/ppt/media/image4.png" Id="Re9fdb896e1754870" /><Relationship Type="http://schemas.openxmlformats.org/officeDocument/2006/relationships/image" Target="/ppt/media/image5.png" Id="Rc1b2d59f00094724" /><Relationship Type="http://schemas.openxmlformats.org/officeDocument/2006/relationships/image" Target="/ppt/media/image6.png" Id="R9b47992818fa4fb8" /><Relationship Type="http://schemas.openxmlformats.org/officeDocument/2006/relationships/notesSlide" Target="/ppt/notesSlides/notesSlide2.xml" Id="R773fb557646140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6d04a9ac6b480d" /><Relationship Type="http://schemas.openxmlformats.org/officeDocument/2006/relationships/image" Target="/ppt/media/image.png" Id="Reeb3871cd4e9427d" /><Relationship Type="http://schemas.openxmlformats.org/officeDocument/2006/relationships/image" Target="/ppt/media/image7.png" Id="R5da7bcd82b1742a0" /><Relationship Type="http://schemas.openxmlformats.org/officeDocument/2006/relationships/image" Target="/ppt/media/image8.png" Id="Rc17973e1a2204e8e" /><Relationship Type="http://schemas.openxmlformats.org/officeDocument/2006/relationships/image" Target="/ppt/media/image9.png" Id="R69ac7b16842f4f1e" /><Relationship Type="http://schemas.openxmlformats.org/officeDocument/2006/relationships/image" Target="/ppt/media/image10.png" Id="Rd6cd40cd9a8949ab" /><Relationship Type="http://schemas.openxmlformats.org/officeDocument/2006/relationships/image" Target="/ppt/media/image11.png" Id="Re57fbbb6e7d242cb" /><Relationship Type="http://schemas.openxmlformats.org/officeDocument/2006/relationships/image" Target="/ppt/media/image12.png" Id="R4758cfecdec8485e" /><Relationship Type="http://schemas.openxmlformats.org/officeDocument/2006/relationships/image" Target="/ppt/media/image13.png" Id="R3e63f3de4c914bff" /><Relationship Type="http://schemas.openxmlformats.org/officeDocument/2006/relationships/image" Target="/ppt/media/image14.png" Id="Rce87293f025f433e" /><Relationship Type="http://schemas.openxmlformats.org/officeDocument/2006/relationships/image" Target="/ppt/media/image15.png" Id="Rc73088a464f2480b" /><Relationship Type="http://schemas.openxmlformats.org/officeDocument/2006/relationships/notesSlide" Target="/ppt/notesSlides/notesSlide3.xml" Id="R265cb5ffd0b042b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4173ad5aa74c7e" /><Relationship Type="http://schemas.openxmlformats.org/officeDocument/2006/relationships/image" Target="/ppt/media/image.png" Id="R066ba227cf32453c" /><Relationship Type="http://schemas.openxmlformats.org/officeDocument/2006/relationships/image" Target="/ppt/media/image16.png" Id="R199053e5dd714c16" /><Relationship Type="http://schemas.openxmlformats.org/officeDocument/2006/relationships/notesSlide" Target="/ppt/notesSlides/notesSlide4.xml" Id="R5af0c1845575445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97b91fb21e4782" /><Relationship Type="http://schemas.openxmlformats.org/officeDocument/2006/relationships/image" Target="/ppt/media/image.png" Id="Rcc1d49af8e214b97" /><Relationship Type="http://schemas.openxmlformats.org/officeDocument/2006/relationships/notesSlide" Target="/ppt/notesSlides/notesSlide5.xml" Id="R9be69f574c174c4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1a09f06cc84538" /><Relationship Type="http://schemas.openxmlformats.org/officeDocument/2006/relationships/image" Target="/ppt/media/image.png" Id="Ra8069c9d127947d2" /><Relationship Type="http://schemas.openxmlformats.org/officeDocument/2006/relationships/image" Target="/ppt/media/image17.png" Id="Ree95d8b43d0a4a3e" /><Relationship Type="http://schemas.openxmlformats.org/officeDocument/2006/relationships/notesSlide" Target="/ppt/notesSlides/notesSlide6.xml" Id="R07fd3d5cf555489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6d78b7466f4c64" /><Relationship Type="http://schemas.openxmlformats.org/officeDocument/2006/relationships/image" Target="/ppt/media/image.png" Id="Rf16a0400e4044c8e" /><Relationship Type="http://schemas.openxmlformats.org/officeDocument/2006/relationships/notesSlide" Target="/ppt/notesSlides/notesSlide7.xml" Id="R2dbb7f10629a4cc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e547319d6a4876" /><Relationship Type="http://schemas.openxmlformats.org/officeDocument/2006/relationships/image" Target="/ppt/media/image.png" Id="Rd264b5e48f7a4ef7" /><Relationship Type="http://schemas.openxmlformats.org/officeDocument/2006/relationships/image" Target="/ppt/media/image18.png" Id="R8bb57bf6711c46a1" /><Relationship Type="http://schemas.openxmlformats.org/officeDocument/2006/relationships/image" Target="/ppt/media/image19.png" Id="Rbca3635e41b045d5" /><Relationship Type="http://schemas.openxmlformats.org/officeDocument/2006/relationships/image" Target="/ppt/media/image20.png" Id="R2c0078bc06ac4a84" /><Relationship Type="http://schemas.openxmlformats.org/officeDocument/2006/relationships/notesSlide" Target="/ppt/notesSlides/notesSlide8.xml" Id="R905777d9b89144d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f18766f1f743cd" /><Relationship Type="http://schemas.openxmlformats.org/officeDocument/2006/relationships/image" Target="/ppt/media/image.png" Id="Rf4ed42efc4104a5d" /><Relationship Type="http://schemas.openxmlformats.org/officeDocument/2006/relationships/image" Target="/ppt/media/image21.png" Id="R4e8e47ee03c04a40" /><Relationship Type="http://schemas.openxmlformats.org/officeDocument/2006/relationships/image" Target="/ppt/media/image22.png" Id="Rbf210bbd0feb4da8" /><Relationship Type="http://schemas.openxmlformats.org/officeDocument/2006/relationships/image" Target="/ppt/media/image23.png" Id="Rbbe2ccf0a6924205" /><Relationship Type="http://schemas.openxmlformats.org/officeDocument/2006/relationships/image" Target="/ppt/media/image24.png" Id="Rfba06fbc54dc4de2" /><Relationship Type="http://schemas.openxmlformats.org/officeDocument/2006/relationships/image" Target="/ppt/media/image25.png" Id="R50d0d839e19c40c8" /><Relationship Type="http://schemas.openxmlformats.org/officeDocument/2006/relationships/image" Target="/ppt/media/image26.png" Id="R402fca08cec14874" /><Relationship Type="http://schemas.openxmlformats.org/officeDocument/2006/relationships/image" Target="/ppt/media/image27.png" Id="Rcc1015f079b64a8f" /><Relationship Type="http://schemas.openxmlformats.org/officeDocument/2006/relationships/image" Target="/ppt/media/image28.png" Id="Re13064ef9f2e4c29" /><Relationship Type="http://schemas.openxmlformats.org/officeDocument/2006/relationships/notesSlide" Target="/ppt/notesSlides/notesSlide9.xml" Id="R8872807f9fa74a4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d3286c66594dfc" /><Relationship Type="http://schemas.openxmlformats.org/officeDocument/2006/relationships/image" Target="/ppt/media/image.png" Id="Rd75b0e3192cc4cde" /><Relationship Type="http://schemas.openxmlformats.org/officeDocument/2006/relationships/image" Target="/ppt/media/image29.png" Id="R41c9075173634b68" /><Relationship Type="http://schemas.openxmlformats.org/officeDocument/2006/relationships/image" Target="/ppt/media/image30.png" Id="R8ed69eff70414fff" /><Relationship Type="http://schemas.openxmlformats.org/officeDocument/2006/relationships/image" Target="/ppt/media/image31.png" Id="R4213aaece12c45f5" /><Relationship Type="http://schemas.openxmlformats.org/officeDocument/2006/relationships/image" Target="/ppt/media/image32.png" Id="R48488c82e6fc4f14" /><Relationship Type="http://schemas.openxmlformats.org/officeDocument/2006/relationships/image" Target="/ppt/media/image33.png" Id="R48f0cc7148d44d92" /><Relationship Type="http://schemas.openxmlformats.org/officeDocument/2006/relationships/notesSlide" Target="/ppt/notesSlides/notesSlide10.xml" Id="R3d7987b3cc7e423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d7b58e57c24ccc" /><Relationship Type="http://schemas.openxmlformats.org/officeDocument/2006/relationships/image" Target="/ppt/media/image.png" Id="R525d007acbcf4c97" /><Relationship Type="http://schemas.openxmlformats.org/officeDocument/2006/relationships/image" Target="/ppt/media/image34.png" Id="R001d348469c8453a" /><Relationship Type="http://schemas.openxmlformats.org/officeDocument/2006/relationships/notesSlide" Target="/ppt/notesSlides/notesSlide11.xml" Id="Rf5a951bab4e44dd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0" name="Google Shape;84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7a8584f8bdd442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91" name="Google Shape;85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f6c32dca63f428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428083" y="2378422"/>
            <a:ext cx="3335535" cy="295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6" name="Google Shape;86;p13">
            <a:extLst xmlns:a="http://schemas.openxmlformats.org/drawingml/2006/main">
              <a:ext uri="{FF2B5EF4-FFF2-40B4-BE49-F238E27FC236}">
                <a16:creationId xmlns:a16="http://schemas.microsoft.com/office/drawing/2014/main" id="{909A633B-D9DC-43E3-BF42-2FC189D24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9216" y="2864197"/>
            <a:ext cx="6093417" cy="841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800" b="1" i="0" u="none" cap="none">
                <a:solidFill>
                  <a:srgbClr val="0F172A"/>
                </a:solidFill>
                <a:latin typeface="Arial"/>
                <a:ea typeface="Arial"/>
                <a:cs typeface="Arial"/>
              </a:rPr>
              <a:t>TUYỂN DỤNG 4.0</a:t>
            </a:r>
            <a:endParaRPr/>
          </a:p>
        </p:txBody>
      </p:sp>
      <p:sp>
        <p:nvSpPr>
          <p:cNvPr id="87" name="Google Shape;87;p13">
            <a:extLst xmlns:a="http://schemas.openxmlformats.org/drawingml/2006/main">
              <a:ext uri="{FF2B5EF4-FFF2-40B4-BE49-F238E27FC236}">
                <a16:creationId xmlns:a16="http://schemas.microsoft.com/office/drawing/2014/main" id="{E4683088-1437-4634-B3A4-6C94A008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298" y="3755677"/>
            <a:ext cx="5803255" cy="914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475569"/>
                </a:solidFill>
                <a:latin typeface="Arial"/>
                <a:ea typeface="Arial"/>
                <a:cs typeface="Arial"/>
              </a:rPr>
              <a:t>Một nguồn dữ liệu thống nhất cho Giám đốc, HR và vận hành nhà máy</a:t>
            </a:r>
            <a:endParaRPr/>
          </a:p>
          <a:p xmlns:a="http://schemas.openxmlformats.org/drawingml/2006/main">
            <a:pPr marL="0" marR="0" lvl="0" indent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475569"/>
                </a:solidFill>
                <a:latin typeface="Arial"/>
                <a:ea typeface="Arial"/>
                <a:cs typeface="Arial"/>
              </a:rPr>
              <a:t>Ra quyết định nhanh hơn, giảm đối soát, rõ trách nhiệm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799444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6" name="Google Shape;92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2a6ccb6dbd84ed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17" name="Google Shape;93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20595ae769745d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71500" y="2257425"/>
            <a:ext cx="5381625" cy="32480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18" name="Google Shape;94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9fdb896e175487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238875" y="2257425"/>
            <a:ext cx="5381625" cy="32480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5" name="Google Shape;95;p14">
            <a:extLst xmlns:a="http://schemas.openxmlformats.org/drawingml/2006/main">
              <a:ext uri="{FF2B5EF4-FFF2-40B4-BE49-F238E27FC236}">
                <a16:creationId xmlns:a16="http://schemas.microsoft.com/office/drawing/2014/main" id="{EF483BA0-F564-4F75-8610-A96FB89F1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533650"/>
            <a:ext cx="507063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cap="none">
                <a:solidFill>
                  <a:srgbClr val="2563EB"/>
                </a:solidFill>
                <a:latin typeface="Arial"/>
                <a:ea typeface="Arial"/>
                <a:cs typeface="Arial"/>
              </a:rPr>
              <a:t>1. Hiện trạng và rủi ro</a:t>
            </a:r>
            <a:endParaRPr/>
          </a:p>
        </p:txBody>
      </p:sp>
      <p:sp>
        <p:nvSpPr>
          <p:cNvPr id="96" name="Google Shape;96;p14">
            <a:extLst xmlns:a="http://schemas.openxmlformats.org/drawingml/2006/main">
              <a:ext uri="{FF2B5EF4-FFF2-40B4-BE49-F238E27FC236}">
                <a16:creationId xmlns:a16="http://schemas.microsoft.com/office/drawing/2014/main" id="{7ADFEC83-4185-4546-BDC5-BB055769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33650"/>
            <a:ext cx="507063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8575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cap="none">
                <a:solidFill>
                  <a:srgbClr val="2563EB"/>
                </a:solidFill>
                <a:latin typeface="Arial"/>
                <a:ea typeface="Arial"/>
                <a:cs typeface="Arial"/>
              </a:rPr>
              <a:t>2. Giải pháp, giá trị và chi phí</a:t>
            </a:r>
            <a:endParaRPr/>
          </a:p>
        </p:txBody>
      </p:sp>
      <p:sp>
        <p:nvSpPr>
          <p:cNvPr id="97" name="Google Shape;97;p14">
            <a:extLst xmlns:a="http://schemas.openxmlformats.org/drawingml/2006/main">
              <a:ext uri="{FF2B5EF4-FFF2-40B4-BE49-F238E27FC236}">
                <a16:creationId xmlns:a16="http://schemas.microsoft.com/office/drawing/2014/main" id="{766DD4F4-0C47-41BE-90AE-6FC8A1EC6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43225"/>
            <a:ext cx="48291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334155"/>
                </a:solidFill>
                <a:latin typeface="Arial"/>
                <a:ea typeface="Arial"/>
                <a:cs typeface="Arial"/>
              </a:rPr>
              <a:t>Dòng công việc hiện tại:</a:t>
            </a:r>
            <a:endParaRPr/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334155"/>
                </a:solidFill>
                <a:latin typeface="Arial"/>
                <a:ea typeface="Arial"/>
                <a:cs typeface="Arial"/>
              </a:rPr>
              <a:t>Nhập liệu → gửi file → tổng hợp → đối soát → báo cáo lãnh đạo.</a:t>
            </a:r>
            <a:endParaRPr/>
          </a:p>
        </p:txBody>
      </p:sp>
      <p:sp>
        <p:nvSpPr>
          <p:cNvPr id="98" name="Google Shape;98;p14">
            <a:extLst xmlns:a="http://schemas.openxmlformats.org/drawingml/2006/main">
              <a:ext uri="{FF2B5EF4-FFF2-40B4-BE49-F238E27FC236}">
                <a16:creationId xmlns:a16="http://schemas.microsoft.com/office/drawing/2014/main" id="{C4560F24-C510-44A6-B192-4C0E271E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771900"/>
            <a:ext cx="4829175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334155"/>
                </a:solidFill>
                <a:latin typeface="Arial"/>
                <a:ea typeface="Arial"/>
                <a:cs typeface="Arial"/>
              </a:rPr>
              <a:t>Đội ngũ phải dành nhiều giờ để tìm dữ liệu đúng thay vì xử lý công việc chuyên môn.</a:t>
            </a:r>
            <a:endParaRPr/>
          </a:p>
        </p:txBody>
      </p:sp>
      <p:pic>
        <p:nvPicPr>
          <p:cNvPr id="123" name="Google Shape;99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1b2d59f0009472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47725" y="2581275"/>
            <a:ext cx="20955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0" name="Google Shape;100;p14">
            <a:extLst xmlns:a="http://schemas.openxmlformats.org/drawingml/2006/main">
              <a:ext uri="{FF2B5EF4-FFF2-40B4-BE49-F238E27FC236}">
                <a16:creationId xmlns:a16="http://schemas.microsoft.com/office/drawing/2014/main" id="{B1F6AF31-8F73-4E2A-9A7B-B5B7C1678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943225"/>
            <a:ext cx="4600575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334155"/>
                </a:solidFill>
                <a:latin typeface="Arial"/>
                <a:ea typeface="Arial"/>
                <a:cs typeface="Arial"/>
              </a:rPr>
              <a:t>Sai lệch dữ liệu: Tên, mã nhân viên và nhà máy không đồng nhất giữa các file.</a:t>
            </a:r>
            <a:endParaRPr/>
          </a:p>
        </p:txBody>
      </p:sp>
      <p:sp>
        <p:nvSpPr>
          <p:cNvPr id="101" name="Google Shape;101;p14">
            <a:extLst xmlns:a="http://schemas.openxmlformats.org/drawingml/2006/main">
              <a:ext uri="{FF2B5EF4-FFF2-40B4-BE49-F238E27FC236}">
                <a16:creationId xmlns:a16="http://schemas.microsoft.com/office/drawing/2014/main" id="{379E02C1-F75B-4087-9CF7-BE158D53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514725"/>
            <a:ext cx="4600575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334155"/>
                </a:solidFill>
                <a:latin typeface="Arial"/>
                <a:ea typeface="Arial"/>
                <a:cs typeface="Arial"/>
              </a:rPr>
              <a:t>Thiếu cập nhật: Không biết bản ghi nào là mới nhất để báo cáo.</a:t>
            </a:r>
            <a:endParaRPr/>
          </a:p>
        </p:txBody>
      </p:sp>
      <p:sp>
        <p:nvSpPr>
          <p:cNvPr id="102" name="Google Shape;102;p14">
            <a:extLst xmlns:a="http://schemas.openxmlformats.org/drawingml/2006/main">
              <a:ext uri="{FF2B5EF4-FFF2-40B4-BE49-F238E27FC236}">
                <a16:creationId xmlns:a16="http://schemas.microsoft.com/office/drawing/2014/main" id="{C907555F-CEA1-4CD0-9B5C-FB29DCEA9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086225"/>
            <a:ext cx="4600575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334155"/>
                </a:solidFill>
                <a:latin typeface="Arial"/>
                <a:ea typeface="Arial"/>
                <a:cs typeface="Arial"/>
              </a:rPr>
              <a:t>Rủi ro tài chính: Sai sót khi đối soát tuyển dụng, tạm ứng và giữ lương.</a:t>
            </a:r>
            <a:endParaRPr/>
          </a:p>
        </p:txBody>
      </p:sp>
      <p:sp>
        <p:nvSpPr>
          <p:cNvPr id="103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DEDBA46A-5D30-4C12-867C-3E312A9E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657725"/>
            <a:ext cx="4600575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334155"/>
                </a:solidFill>
                <a:latin typeface="Arial"/>
                <a:ea typeface="Arial"/>
                <a:cs typeface="Arial"/>
              </a:rPr>
              <a:t>Phụ thuộc cá nhân: Chỉ một người nắm file tổng hợp, báo cáo dễ chậm.</a:t>
            </a:r>
            <a:endParaRPr/>
          </a:p>
        </p:txBody>
      </p:sp>
      <p:pic>
        <p:nvPicPr>
          <p:cNvPr id="128" name="Google Shape;104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b47992818fa4fb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515100" y="2581275"/>
            <a:ext cx="20955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5" name="Google Shape;105;p14">
            <a:extLst xmlns:a="http://schemas.openxmlformats.org/drawingml/2006/main">
              <a:ext uri="{FF2B5EF4-FFF2-40B4-BE49-F238E27FC236}">
                <a16:creationId xmlns:a16="http://schemas.microsoft.com/office/drawing/2014/main" id="{C6611AE5-4911-4969-A6E7-0B539DA12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905125"/>
            <a:ext cx="13335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  <a:endParaRPr/>
          </a:p>
        </p:txBody>
      </p:sp>
      <p:sp>
        <p:nvSpPr>
          <p:cNvPr id="106" name="Google Shape;106;p14">
            <a:extLst xmlns:a="http://schemas.openxmlformats.org/drawingml/2006/main">
              <a:ext uri="{FF2B5EF4-FFF2-40B4-BE49-F238E27FC236}">
                <a16:creationId xmlns:a16="http://schemas.microsoft.com/office/drawing/2014/main" id="{4FF4C06E-7EDC-4A98-8799-483152AAE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476625"/>
            <a:ext cx="13335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  <a:endParaRPr/>
          </a:p>
        </p:txBody>
      </p:sp>
      <p:sp>
        <p:nvSpPr>
          <p:cNvPr id="107" name="Google Shape;107;p14">
            <a:extLst xmlns:a="http://schemas.openxmlformats.org/drawingml/2006/main">
              <a:ext uri="{FF2B5EF4-FFF2-40B4-BE49-F238E27FC236}">
                <a16:creationId xmlns:a16="http://schemas.microsoft.com/office/drawing/2014/main" id="{2B470C10-EFDF-4C5A-AA2F-FD868FC81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048125"/>
            <a:ext cx="13335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  <a:endParaRPr/>
          </a:p>
        </p:txBody>
      </p:sp>
      <p:sp>
        <p:nvSpPr>
          <p:cNvPr id="108" name="Google Shape;108;p14">
            <a:extLst xmlns:a="http://schemas.openxmlformats.org/drawingml/2006/main">
              <a:ext uri="{FF2B5EF4-FFF2-40B4-BE49-F238E27FC236}">
                <a16:creationId xmlns:a16="http://schemas.microsoft.com/office/drawing/2014/main" id="{E720ADE4-FBFB-4B41-B191-58A311DEE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619625"/>
            <a:ext cx="13335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  <a:endParaRPr/>
          </a:p>
        </p:txBody>
      </p:sp>
      <p:sp>
        <p:nvSpPr>
          <p:cNvPr id="109" name="Google Shape;109;p14">
            <a:extLst xmlns:a="http://schemas.openxmlformats.org/drawingml/2006/main">
              <a:ext uri="{FF2B5EF4-FFF2-40B4-BE49-F238E27FC236}">
                <a16:creationId xmlns:a16="http://schemas.microsoft.com/office/drawing/2014/main" id="{14EAE4B0-256E-4F35-A8C8-E15ADD88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550" b="1" i="0" u="none" cap="none">
                <a:solidFill>
                  <a:srgbClr val="1E293B"/>
                </a:solidFill>
                <a:latin typeface="Arial"/>
                <a:ea typeface="Arial"/>
                <a:cs typeface="Arial"/>
              </a:rPr>
              <a:t>Nội dung chính: từ vấn đề đến quyết định mua</a:t>
            </a:r>
            <a:endParaRPr/>
          </a:p>
        </p:txBody>
      </p:sp>
      <p:sp>
        <p:nvSpPr>
          <p:cNvPr id="110" name="Google Shape;110;p14">
            <a:extLst xmlns:a="http://schemas.openxmlformats.org/drawingml/2006/main">
              <a:ext uri="{FF2B5EF4-FFF2-40B4-BE49-F238E27FC236}">
                <a16:creationId xmlns:a16="http://schemas.microsoft.com/office/drawing/2014/main" id="{E2FC8D7E-081C-41E5-83F1-C874B2C4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479617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3" name="Google Shape;115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eb3871cd4e9427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4" name="Google Shape;116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da7bcd82b1742a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71500" y="2705100"/>
            <a:ext cx="3530649" cy="23526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5" name="Google Shape;117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17973e1a2204e8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330749" y="2705100"/>
            <a:ext cx="3530649" cy="23526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6" name="Google Shape;118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9ac7b16842f4f1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089999" y="2705100"/>
            <a:ext cx="3530649" cy="23526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7" name="Google Shape;119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6cd40cd9a8949a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28675" y="2962275"/>
            <a:ext cx="476250" cy="4762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0" name="Google Shape;120;p15">
            <a:extLst xmlns:a="http://schemas.openxmlformats.org/drawingml/2006/main">
              <a:ext uri="{FF2B5EF4-FFF2-40B4-BE49-F238E27FC236}">
                <a16:creationId xmlns:a16="http://schemas.microsoft.com/office/drawing/2014/main" id="{558D839A-A43A-4ED2-9403-475AD6488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590925"/>
            <a:ext cx="2443586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cap="none">
                <a:solidFill>
                  <a:srgbClr val="1E293B"/>
                </a:solidFill>
                <a:latin typeface="Arial"/>
                <a:ea typeface="Arial"/>
                <a:cs typeface="Arial"/>
              </a:rPr>
              <a:t>Hồ sơ người lao động chuẩn hóa</a:t>
            </a:r>
            <a:endParaRPr/>
          </a:p>
        </p:txBody>
      </p:sp>
      <p:sp>
        <p:nvSpPr>
          <p:cNvPr id="121" name="Google Shape;121;p15">
            <a:extLst xmlns:a="http://schemas.openxmlformats.org/drawingml/2006/main">
              <a:ext uri="{FF2B5EF4-FFF2-40B4-BE49-F238E27FC236}">
                <a16:creationId xmlns:a16="http://schemas.microsoft.com/office/drawing/2014/main" id="{3F273A32-CE4D-46A8-8B7F-01E2122D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000500"/>
            <a:ext cx="3016299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334155"/>
                </a:solidFill>
                <a:latin typeface="Arial"/>
                <a:ea typeface="Arial"/>
                <a:cs typeface="Arial"/>
              </a:rPr>
              <a:t>Định danh UID, CCCD và tài khoản. Một hồ sơ theo dõi lịch sử đi làm, mã NV, nhà máy và đối tác.</a:t>
            </a:r>
            <a:endParaRPr/>
          </a:p>
        </p:txBody>
      </p:sp>
      <p:pic>
        <p:nvPicPr>
          <p:cNvPr id="150" name="Google Shape;122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57fbbb6e7d242c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587924" y="2962275"/>
            <a:ext cx="476250" cy="4762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3" name="Google Shape;123;p15">
            <a:extLst xmlns:a="http://schemas.openxmlformats.org/drawingml/2006/main">
              <a:ext uri="{FF2B5EF4-FFF2-40B4-BE49-F238E27FC236}">
                <a16:creationId xmlns:a16="http://schemas.microsoft.com/office/drawing/2014/main" id="{3FE5CF06-05EC-4C52-9921-0CF797263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7924" y="3590925"/>
            <a:ext cx="3142892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cap="none">
                <a:solidFill>
                  <a:srgbClr val="1E293B"/>
                </a:solidFill>
                <a:latin typeface="Arial"/>
                <a:ea typeface="Arial"/>
                <a:cs typeface="Arial"/>
              </a:rPr>
              <a:t>Công và tài chính vận hành</a:t>
            </a:r>
            <a:endParaRPr/>
          </a:p>
        </p:txBody>
      </p:sp>
      <p:sp>
        <p:nvSpPr>
          <p:cNvPr id="124" name="Google Shape;124;p15">
            <a:extLst xmlns:a="http://schemas.openxmlformats.org/drawingml/2006/main">
              <a:ext uri="{FF2B5EF4-FFF2-40B4-BE49-F238E27FC236}">
                <a16:creationId xmlns:a16="http://schemas.microsoft.com/office/drawing/2014/main" id="{56B194AC-6DFD-489E-A715-B631909E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7924" y="4000500"/>
            <a:ext cx="3016299" cy="822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334155"/>
                </a:solidFill>
                <a:latin typeface="Arial"/>
                <a:ea typeface="Arial"/>
                <a:cs typeface="Arial"/>
              </a:rPr>
              <a:t>Liên kết lịch sử đi làm với công, lương, thâm niên, tạm ứng và giữ lương; mọi yêu cầu đều có trạng thái duyệt.</a:t>
            </a:r>
            <a:endParaRPr/>
          </a:p>
        </p:txBody>
      </p:sp>
      <p:pic>
        <p:nvPicPr>
          <p:cNvPr id="153" name="Google Shape;125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758cfecdec8485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347174" y="2962275"/>
            <a:ext cx="476250" cy="4762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6" name="Google Shape;126;p15">
            <a:extLst xmlns:a="http://schemas.openxmlformats.org/drawingml/2006/main">
              <a:ext uri="{FF2B5EF4-FFF2-40B4-BE49-F238E27FC236}">
                <a16:creationId xmlns:a16="http://schemas.microsoft.com/office/drawing/2014/main" id="{4052BE75-1842-4075-A726-2FACC6604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7174" y="3590925"/>
            <a:ext cx="2275128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cap="none">
                <a:solidFill>
                  <a:srgbClr val="1E293B"/>
                </a:solidFill>
                <a:latin typeface="Arial"/>
                <a:ea typeface="Arial"/>
                <a:cs typeface="Arial"/>
              </a:rPr>
              <a:t>Phân quyền và nhật ký</a:t>
            </a:r>
            <a:endParaRPr/>
          </a:p>
        </p:txBody>
      </p:sp>
      <p:sp>
        <p:nvSpPr>
          <p:cNvPr id="127" name="Google Shape;127;p15">
            <a:extLst xmlns:a="http://schemas.openxmlformats.org/drawingml/2006/main">
              <a:ext uri="{FF2B5EF4-FFF2-40B4-BE49-F238E27FC236}">
                <a16:creationId xmlns:a16="http://schemas.microsoft.com/office/drawing/2014/main" id="{7AF955B5-83F1-42FF-B9EB-CF576094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7174" y="4000500"/>
            <a:ext cx="3016299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334155"/>
                </a:solidFill>
                <a:latin typeface="Arial"/>
                <a:ea typeface="Arial"/>
                <a:cs typeface="Arial"/>
              </a:rPr>
              <a:t>Mỗi vai trò chỉ xem phần cần thiết. Lưu ai làm, lúc nào và thay đổi gì để dễ kiểm tra.</a:t>
            </a:r>
            <a:endParaRPr/>
          </a:p>
        </p:txBody>
      </p:sp>
      <p:pic>
        <p:nvPicPr>
          <p:cNvPr id="156" name="Google Shape;128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e63f3de4c914bf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47737" y="3095625"/>
            <a:ext cx="238125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57" name="Google Shape;129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e87293f025f433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745087" y="3095625"/>
            <a:ext cx="161925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58" name="Google Shape;130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73088a464f2480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451949" y="3095625"/>
            <a:ext cx="2667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1" name="Google Shape;131;p15">
            <a:extLst xmlns:a="http://schemas.openxmlformats.org/drawingml/2006/main">
              <a:ext uri="{FF2B5EF4-FFF2-40B4-BE49-F238E27FC236}">
                <a16:creationId xmlns:a16="http://schemas.microsoft.com/office/drawing/2014/main" id="{1956B199-FD8E-4AE4-8144-A3265BE1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550" b="1" i="0" u="none" cap="none">
                <a:solidFill>
                  <a:srgbClr val="1E293B"/>
                </a:solidFill>
                <a:latin typeface="Arial"/>
                <a:ea typeface="Arial"/>
                <a:cs typeface="Arial"/>
              </a:rPr>
              <a:t>Một nguồn dữ liệu cho toàn bộ vòng đời người lao động</a:t>
            </a:r>
            <a:endParaRPr/>
          </a:p>
        </p:txBody>
      </p:sp>
      <p:sp>
        <p:nvSpPr>
          <p:cNvPr id="132" name="Google Shape;132;p15">
            <a:extLst xmlns:a="http://schemas.openxmlformats.org/drawingml/2006/main">
              <a:ext uri="{FF2B5EF4-FFF2-40B4-BE49-F238E27FC236}">
                <a16:creationId xmlns:a16="http://schemas.microsoft.com/office/drawing/2014/main" id="{6CA329C0-4157-4DF7-9849-8DCF07F1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932824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7" name="Google Shape;137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66ba227cf32453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8" name="Google Shape;138;p16">
            <a:extLst xmlns:a="http://schemas.openxmlformats.org/drawingml/2006/main">
              <a:ext uri="{FF2B5EF4-FFF2-40B4-BE49-F238E27FC236}">
                <a16:creationId xmlns:a16="http://schemas.microsoft.com/office/drawing/2014/main" id="{F9A5C1F0-0BE1-4F43-A493-AB8EA08E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56007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550" b="1" i="0" u="none" cap="none">
                <a:solidFill>
                  <a:srgbClr val="1E293B"/>
                </a:solidFill>
                <a:latin typeface="Arial"/>
                <a:ea typeface="Arial"/>
                <a:cs typeface="Arial"/>
              </a:rPr>
              <a:t>Năng lực sẵn sàng cho vận hành</a:t>
            </a:r>
            <a:endParaRPr/>
          </a:p>
        </p:txBody>
      </p:sp>
      <p:sp>
        <p:nvSpPr>
          <p:cNvPr id="139" name="Google Shape;139;p16">
            <a:extLst xmlns:a="http://schemas.openxmlformats.org/drawingml/2006/main">
              <a:ext uri="{FF2B5EF4-FFF2-40B4-BE49-F238E27FC236}">
                <a16:creationId xmlns:a16="http://schemas.microsoft.com/office/drawing/2014/main" id="{CD1BC968-7117-46B3-A5CA-868FFE86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533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50" name="Google Shape;140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99053e5dd714c1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286500" y="0"/>
            <a:ext cx="59055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1" name="Google Shape;141;p16">
            <a:extLst xmlns:a="http://schemas.openxmlformats.org/drawingml/2006/main">
              <a:ext uri="{FF2B5EF4-FFF2-40B4-BE49-F238E27FC236}">
                <a16:creationId xmlns:a16="http://schemas.microsoft.com/office/drawing/2014/main" id="{015F1AC6-398D-4C6D-8AD9-430F402B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5600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cap="none">
                <a:solidFill>
                  <a:srgbClr val="1E293B"/>
                </a:solidFill>
                <a:latin typeface="Arial"/>
                <a:ea typeface="Arial"/>
                <a:cs typeface="Arial"/>
              </a:rPr>
              <a:t>Quản lý tập trung, dễ kiểm soát</a:t>
            </a:r>
            <a:endParaRPr/>
          </a:p>
        </p:txBody>
      </p:sp>
      <p:sp>
        <p:nvSpPr>
          <p:cNvPr id="142" name="Google Shape;142;p16">
            <a:extLst xmlns:a="http://schemas.openxmlformats.org/drawingml/2006/main">
              <a:ext uri="{FF2B5EF4-FFF2-40B4-BE49-F238E27FC236}">
                <a16:creationId xmlns:a16="http://schemas.microsoft.com/office/drawing/2014/main" id="{75DE8DEA-E668-4467-8FD7-13606443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90700"/>
            <a:ext cx="533400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334155"/>
                </a:solidFill>
                <a:latin typeface="Arial"/>
                <a:ea typeface="Arial"/>
                <a:cs typeface="Arial"/>
              </a:rPr>
              <a:t>• Dashboard nhân lực theo thời gian thực: Xử lý 500+ bản ghi mỗi lần tải, lọc theo nhà máy, người tuyển và trạng thái đang làm/đã nghỉ.</a:t>
            </a:r>
            <a:endParaRPr/>
          </a:p>
        </p:txBody>
      </p:sp>
      <p:sp>
        <p:nvSpPr>
          <p:cNvPr id="143" name="Google Shape;143;p16">
            <a:extLst xmlns:a="http://schemas.openxmlformats.org/drawingml/2006/main">
              <a:ext uri="{FF2B5EF4-FFF2-40B4-BE49-F238E27FC236}">
                <a16:creationId xmlns:a16="http://schemas.microsoft.com/office/drawing/2014/main" id="{62583FE7-F884-4D8D-9DC5-C930EB08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62200"/>
            <a:ext cx="533400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334155"/>
                </a:solidFill>
                <a:latin typeface="Arial"/>
                <a:ea typeface="Arial"/>
                <a:cs typeface="Arial"/>
              </a:rPr>
              <a:t>• Nhập/xuất Excel theo UID: Dòng lỗi tách riêng, không làm gián đoạn dữ liệu hợp lệ.</a:t>
            </a:r>
            <a:endParaRPr/>
          </a:p>
        </p:txBody>
      </p:sp>
      <p:sp>
        <p:nvSpPr>
          <p:cNvPr id="144" name="Google Shape;144;p16">
            <a:extLst xmlns:a="http://schemas.openxmlformats.org/drawingml/2006/main">
              <a:ext uri="{FF2B5EF4-FFF2-40B4-BE49-F238E27FC236}">
                <a16:creationId xmlns:a16="http://schemas.microsoft.com/office/drawing/2014/main" id="{72DEA148-9FE7-4FDC-9C62-0B40D0B87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33700"/>
            <a:ext cx="533400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334155"/>
                </a:solidFill>
                <a:latin typeface="Arial"/>
                <a:ea typeface="Arial"/>
                <a:cs typeface="Arial"/>
              </a:rPr>
              <a:t>• Kiểm soát rủi ro: Cảnh báo trùng lịch sử đi làm, kiểm tra phiên bản CCCD và bảo mật dữ liệu tài chính.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895408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1" name="Google Shape;149;p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c1d49af8e214b9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0" name="Google Shape;150;p17">
            <a:extLst xmlns:a="http://schemas.openxmlformats.org/drawingml/2006/main">
              <a:ext uri="{FF2B5EF4-FFF2-40B4-BE49-F238E27FC236}">
                <a16:creationId xmlns:a16="http://schemas.microsoft.com/office/drawing/2014/main" id="{D807CFEE-EF9C-4363-81C8-C71CA957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14612"/>
            <a:ext cx="11049000" cy="25336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4A7DBA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173" name="Google Shape;151;p17"/>
          <p:cNvGraphicFramePr/>
          <p:nvPr/>
        </p:nvGraphicFramePr>
        <p:xfrm>
          <a:off xmlns:a="http://schemas.openxmlformats.org/drawingml/2006/main" x="571500" y="2614612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{89BDE6DB-7701-4B69-9FE2-2E41202F5456}</a:tableStyleId>
              </a:tblPr>
              <a:tblGrid>
                <a:gridCol w="2171400"/>
                <a:gridCol w="3958825"/>
                <a:gridCol w="4909250"/>
              </a:tblGrid>
              <a:tr h="506725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</a:rPr>
                        <a:t>Vấn đề hiện tại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</a:rPr>
                        <a:t>Chi phí vận hành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</a:rPr>
                        <a:t>Ứng dụng giải quyết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506725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Dữ liệu phân tán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Không liền mạch từ tuyển dụng đến tính lương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Một Workspace cho hồ sơ và lịch sử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  <a:tr h="506725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Sai tên, trùng mã NV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Khó truy trách nhiệm, rủi ro tài chính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Định danh UID, lưu phiên bản và cảnh báo trùng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506725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Báo cáo chậm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Quyết định dựa trên dữ liệu cũ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Dashboard cập nhật ngay khi có dữ liệu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  <a:tr h="506725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Phê duyệt mơ hồ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Tranh cãi khi có sai sót ứng/giữ lương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Lưu trạng thái, thời điểm và tài khoản duyệt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52" name="Google Shape;152;p17">
            <a:extLst xmlns:a="http://schemas.openxmlformats.org/drawingml/2006/main">
              <a:ext uri="{FF2B5EF4-FFF2-40B4-BE49-F238E27FC236}">
                <a16:creationId xmlns:a16="http://schemas.microsoft.com/office/drawing/2014/main" id="{E9B6018F-9A90-4961-8359-9F9B6909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" y="3114675"/>
            <a:ext cx="217140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3" name="Google Shape;153;p17">
            <a:extLst xmlns:a="http://schemas.openxmlformats.org/drawingml/2006/main">
              <a:ext uri="{FF2B5EF4-FFF2-40B4-BE49-F238E27FC236}">
                <a16:creationId xmlns:a16="http://schemas.microsoft.com/office/drawing/2014/main" id="{FBF8F585-15FF-44DF-BC44-C96B6542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7664" y="3114675"/>
            <a:ext cx="395882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4" name="Google Shape;154;p17">
            <a:extLst xmlns:a="http://schemas.openxmlformats.org/drawingml/2006/main">
              <a:ext uri="{FF2B5EF4-FFF2-40B4-BE49-F238E27FC236}">
                <a16:creationId xmlns:a16="http://schemas.microsoft.com/office/drawing/2014/main" id="{82C6429C-B89C-4408-BC2F-1115E385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6492" y="3114675"/>
            <a:ext cx="4909244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5" name="Google Shape;155;p17">
            <a:extLst xmlns:a="http://schemas.openxmlformats.org/drawingml/2006/main">
              <a:ext uri="{FF2B5EF4-FFF2-40B4-BE49-F238E27FC236}">
                <a16:creationId xmlns:a16="http://schemas.microsoft.com/office/drawing/2014/main" id="{46F4B189-6FBB-4AE3-89A7-927FC48CC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" y="3619500"/>
            <a:ext cx="217140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6" name="Google Shape;156;p17">
            <a:extLst xmlns:a="http://schemas.openxmlformats.org/drawingml/2006/main">
              <a:ext uri="{FF2B5EF4-FFF2-40B4-BE49-F238E27FC236}">
                <a16:creationId xmlns:a16="http://schemas.microsoft.com/office/drawing/2014/main" id="{1C9D9167-988B-4E2C-8296-CAFC52863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7664" y="3619500"/>
            <a:ext cx="395882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7" name="Google Shape;157;p17">
            <a:extLst xmlns:a="http://schemas.openxmlformats.org/drawingml/2006/main">
              <a:ext uri="{FF2B5EF4-FFF2-40B4-BE49-F238E27FC236}">
                <a16:creationId xmlns:a16="http://schemas.microsoft.com/office/drawing/2014/main" id="{81AF2B3A-677C-4E45-BF77-5EDAEB7FD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6492" y="3619500"/>
            <a:ext cx="4909244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8" name="Google Shape;158;p17">
            <a:extLst xmlns:a="http://schemas.openxmlformats.org/drawingml/2006/main">
              <a:ext uri="{FF2B5EF4-FFF2-40B4-BE49-F238E27FC236}">
                <a16:creationId xmlns:a16="http://schemas.microsoft.com/office/drawing/2014/main" id="{C5AFF99C-C09B-40DF-A67D-7C9C660F7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" y="4124325"/>
            <a:ext cx="217140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9" name="Google Shape;159;p17">
            <a:extLst xmlns:a="http://schemas.openxmlformats.org/drawingml/2006/main">
              <a:ext uri="{FF2B5EF4-FFF2-40B4-BE49-F238E27FC236}">
                <a16:creationId xmlns:a16="http://schemas.microsoft.com/office/drawing/2014/main" id="{A56E0ADC-E630-4D52-8353-AF92F5180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7664" y="4124325"/>
            <a:ext cx="395882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0" name="Google Shape;160;p17">
            <a:extLst xmlns:a="http://schemas.openxmlformats.org/drawingml/2006/main">
              <a:ext uri="{FF2B5EF4-FFF2-40B4-BE49-F238E27FC236}">
                <a16:creationId xmlns:a16="http://schemas.microsoft.com/office/drawing/2014/main" id="{0C116477-213E-4126-8813-440DD114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6492" y="4124325"/>
            <a:ext cx="4909244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1" name="Google Shape;161;p17">
            <a:extLst xmlns:a="http://schemas.openxmlformats.org/drawingml/2006/main">
              <a:ext uri="{FF2B5EF4-FFF2-40B4-BE49-F238E27FC236}">
                <a16:creationId xmlns:a16="http://schemas.microsoft.com/office/drawing/2014/main" id="{D6EEEB40-FB14-478E-A748-D65697BD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" y="4629150"/>
            <a:ext cx="217140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2" name="Google Shape;162;p17">
            <a:extLst xmlns:a="http://schemas.openxmlformats.org/drawingml/2006/main">
              <a:ext uri="{FF2B5EF4-FFF2-40B4-BE49-F238E27FC236}">
                <a16:creationId xmlns:a16="http://schemas.microsoft.com/office/drawing/2014/main" id="{FC65D76D-FA2A-4F01-99D5-137A8142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7664" y="4629150"/>
            <a:ext cx="395882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3" name="Google Shape;163;p17">
            <a:extLst xmlns:a="http://schemas.openxmlformats.org/drawingml/2006/main">
              <a:ext uri="{FF2B5EF4-FFF2-40B4-BE49-F238E27FC236}">
                <a16:creationId xmlns:a16="http://schemas.microsoft.com/office/drawing/2014/main" id="{76870903-7437-4F29-975E-27CC054EA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6492" y="4629150"/>
            <a:ext cx="4909244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4" name="Google Shape;164;p17">
            <a:extLst xmlns:a="http://schemas.openxmlformats.org/drawingml/2006/main">
              <a:ext uri="{FF2B5EF4-FFF2-40B4-BE49-F238E27FC236}">
                <a16:creationId xmlns:a16="http://schemas.microsoft.com/office/drawing/2014/main" id="{1705F5BA-A7FB-4752-89DA-902948A29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" y="5133975"/>
            <a:ext cx="217140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5" name="Google Shape;165;p17">
            <a:extLst xmlns:a="http://schemas.openxmlformats.org/drawingml/2006/main">
              <a:ext uri="{FF2B5EF4-FFF2-40B4-BE49-F238E27FC236}">
                <a16:creationId xmlns:a16="http://schemas.microsoft.com/office/drawing/2014/main" id="{0B6A3B1A-207D-450A-952E-248F8A7E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7664" y="5133975"/>
            <a:ext cx="395882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6" name="Google Shape;166;p17">
            <a:extLst xmlns:a="http://schemas.openxmlformats.org/drawingml/2006/main">
              <a:ext uri="{FF2B5EF4-FFF2-40B4-BE49-F238E27FC236}">
                <a16:creationId xmlns:a16="http://schemas.microsoft.com/office/drawing/2014/main" id="{38E25EF2-0560-41FF-B74F-28776DCD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6492" y="5133975"/>
            <a:ext cx="4909244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7" name="Google Shape;167;p17">
            <a:extLst xmlns:a="http://schemas.openxmlformats.org/drawingml/2006/main">
              <a:ext uri="{FF2B5EF4-FFF2-40B4-BE49-F238E27FC236}">
                <a16:creationId xmlns:a16="http://schemas.microsoft.com/office/drawing/2014/main" id="{E3D3252C-D910-47E2-A2B7-0EEC40F19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550" b="1" i="0" u="none" cap="none">
                <a:solidFill>
                  <a:srgbClr val="1E293B"/>
                </a:solidFill>
                <a:latin typeface="Arial"/>
                <a:ea typeface="Arial"/>
                <a:cs typeface="Arial"/>
              </a:rPr>
              <a:t>Giá trị thấy ngay trong vận hành</a:t>
            </a:r>
            <a:endParaRPr/>
          </a:p>
        </p:txBody>
      </p:sp>
      <p:sp>
        <p:nvSpPr>
          <p:cNvPr id="168" name="Google Shape;168;p17">
            <a:extLst xmlns:a="http://schemas.openxmlformats.org/drawingml/2006/main">
              <a:ext uri="{FF2B5EF4-FFF2-40B4-BE49-F238E27FC236}">
                <a16:creationId xmlns:a16="http://schemas.microsoft.com/office/drawing/2014/main" id="{9D580F01-F0FA-4DB8-9B0B-0C2FD4D8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97726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1" name="Google Shape;173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8069c9d127947d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92" name="Google Shape;174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e95d8b43d0a4a3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71500" y="2800350"/>
            <a:ext cx="5381625" cy="21621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75" name="Google Shape;175;p18">
            <a:extLst xmlns:a="http://schemas.openxmlformats.org/drawingml/2006/main">
              <a:ext uri="{FF2B5EF4-FFF2-40B4-BE49-F238E27FC236}">
                <a16:creationId xmlns:a16="http://schemas.microsoft.com/office/drawing/2014/main" id="{DFC03EB2-03FB-4773-9C8D-C5BBDC272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190875"/>
            <a:ext cx="49815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250" b="1" i="0" u="none" cap="none">
                <a:solidFill>
                  <a:srgbClr val="2563EB"/>
                </a:solidFill>
                <a:latin typeface="Arial"/>
                <a:ea typeface="Arial"/>
                <a:cs typeface="Arial"/>
              </a:rPr>
              <a:t>5</a:t>
            </a:r>
            <a:endParaRPr/>
          </a:p>
        </p:txBody>
      </p:sp>
      <p:sp>
        <p:nvSpPr>
          <p:cNvPr id="176" name="Google Shape;176;p18">
            <a:extLst xmlns:a="http://schemas.openxmlformats.org/drawingml/2006/main">
              <a:ext uri="{FF2B5EF4-FFF2-40B4-BE49-F238E27FC236}">
                <a16:creationId xmlns:a16="http://schemas.microsoft.com/office/drawing/2014/main" id="{6667EAE5-3C42-420B-8EE5-FB0819995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333875"/>
            <a:ext cx="49815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 cap="none">
                <a:solidFill>
                  <a:srgbClr val="1E293B"/>
                </a:solidFill>
                <a:latin typeface="Arial"/>
                <a:ea typeface="Arial"/>
                <a:cs typeface="Arial"/>
              </a:rPr>
              <a:t>Phút để xem bức tranh tổng thể</a:t>
            </a:r>
            <a:endParaRPr/>
          </a:p>
        </p:txBody>
      </p:sp>
      <p:sp>
        <p:nvSpPr>
          <p:cNvPr id="177" name="Google Shape;177;p18">
            <a:extLst xmlns:a="http://schemas.openxmlformats.org/drawingml/2006/main">
              <a:ext uri="{FF2B5EF4-FFF2-40B4-BE49-F238E27FC236}">
                <a16:creationId xmlns:a16="http://schemas.microsoft.com/office/drawing/2014/main" id="{EB4EC8EE-6374-4BA8-97D8-AC09B14CC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705100"/>
            <a:ext cx="5650706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cap="none">
                <a:solidFill>
                  <a:srgbClr val="1E293B"/>
                </a:solidFill>
                <a:latin typeface="Arial"/>
                <a:ea typeface="Arial"/>
                <a:cs typeface="Arial"/>
              </a:rPr>
              <a:t>Xem và quyết định ngay</a:t>
            </a:r>
            <a:endParaRPr/>
          </a:p>
        </p:txBody>
      </p:sp>
      <p:sp>
        <p:nvSpPr>
          <p:cNvPr id="178" name="Google Shape;178;p18">
            <a:extLst xmlns:a="http://schemas.openxmlformats.org/drawingml/2006/main">
              <a:ext uri="{FF2B5EF4-FFF2-40B4-BE49-F238E27FC236}">
                <a16:creationId xmlns:a16="http://schemas.microsoft.com/office/drawing/2014/main" id="{998A8900-AB71-4307-993C-0777950F5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114675"/>
            <a:ext cx="5381625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334155"/>
                </a:solidFill>
                <a:latin typeface="Arial"/>
                <a:ea typeface="Arial"/>
                <a:cs typeface="Arial"/>
              </a:rPr>
              <a:t>Không cần hỏi “File Excel nào mới nhất?”. Hệ thống trả lời bốn câu hỏi điều hành:</a:t>
            </a:r>
            <a:endParaRPr/>
          </a:p>
        </p:txBody>
      </p:sp>
      <p:sp>
        <p:nvSpPr>
          <p:cNvPr id="179" name="Google Shape;179;p18">
            <a:extLst xmlns:a="http://schemas.openxmlformats.org/drawingml/2006/main">
              <a:ext uri="{FF2B5EF4-FFF2-40B4-BE49-F238E27FC236}">
                <a16:creationId xmlns:a16="http://schemas.microsoft.com/office/drawing/2014/main" id="{878C5283-214B-4D62-AD91-42365949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686175"/>
            <a:ext cx="4962525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334155"/>
                </a:solidFill>
                <a:latin typeface="Arial"/>
                <a:ea typeface="Arial"/>
                <a:cs typeface="Arial"/>
              </a:rPr>
              <a:t>Hiện có bao nhiêu lao động đang đi làm?</a:t>
            </a:r>
            <a:endParaRPr/>
          </a:p>
        </p:txBody>
      </p:sp>
      <p:sp>
        <p:nvSpPr>
          <p:cNvPr id="180" name="Google Shape;180;p18">
            <a:extLst xmlns:a="http://schemas.openxmlformats.org/drawingml/2006/main">
              <a:ext uri="{FF2B5EF4-FFF2-40B4-BE49-F238E27FC236}">
                <a16:creationId xmlns:a16="http://schemas.microsoft.com/office/drawing/2014/main" id="{B2E9EB28-7993-47F0-A798-9E842BE0E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029075"/>
            <a:ext cx="4962525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334155"/>
                </a:solidFill>
                <a:latin typeface="Arial"/>
                <a:ea typeface="Arial"/>
                <a:cs typeface="Arial"/>
              </a:rPr>
              <a:t>Nhà máy hoặc nguồn tuyển nào đang hiệu quả?</a:t>
            </a:r>
            <a:endParaRPr/>
          </a:p>
        </p:txBody>
      </p:sp>
      <p:sp>
        <p:nvSpPr>
          <p:cNvPr id="181" name="Google Shape;181;p18">
            <a:extLst xmlns:a="http://schemas.openxmlformats.org/drawingml/2006/main">
              <a:ext uri="{FF2B5EF4-FFF2-40B4-BE49-F238E27FC236}">
                <a16:creationId xmlns:a16="http://schemas.microsoft.com/office/drawing/2014/main" id="{F808805C-EB83-496E-84D4-861118D8C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371975"/>
            <a:ext cx="4962525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334155"/>
                </a:solidFill>
                <a:latin typeface="Arial"/>
                <a:ea typeface="Arial"/>
                <a:cs typeface="Arial"/>
              </a:rPr>
              <a:t>Công, tạm ứng và lương hiện tại thế nào?</a:t>
            </a:r>
            <a:endParaRPr/>
          </a:p>
        </p:txBody>
      </p:sp>
      <p:sp>
        <p:nvSpPr>
          <p:cNvPr id="182" name="Google Shape;182;p18">
            <a:extLst xmlns:a="http://schemas.openxmlformats.org/drawingml/2006/main">
              <a:ext uri="{FF2B5EF4-FFF2-40B4-BE49-F238E27FC236}">
                <a16:creationId xmlns:a16="http://schemas.microsoft.com/office/drawing/2014/main" id="{AE7BC8DD-0E83-4143-A0F6-5D68A3A33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714875"/>
            <a:ext cx="4962525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334155"/>
                </a:solidFill>
                <a:latin typeface="Arial"/>
                <a:ea typeface="Arial"/>
                <a:cs typeface="Arial"/>
              </a:rPr>
              <a:t>Yêu cầu tài chính nào đang chờ duyệt?</a:t>
            </a:r>
            <a:endParaRPr/>
          </a:p>
        </p:txBody>
      </p:sp>
      <p:sp>
        <p:nvSpPr>
          <p:cNvPr id="183" name="Google Shape;183;p18">
            <a:extLst xmlns:a="http://schemas.openxmlformats.org/drawingml/2006/main">
              <a:ext uri="{FF2B5EF4-FFF2-40B4-BE49-F238E27FC236}">
                <a16:creationId xmlns:a16="http://schemas.microsoft.com/office/drawing/2014/main" id="{A5E68D06-2553-4B24-84EE-E4F29429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648075"/>
            <a:ext cx="13335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  <a:endParaRPr/>
          </a:p>
        </p:txBody>
      </p:sp>
      <p:sp>
        <p:nvSpPr>
          <p:cNvPr id="184" name="Google Shape;184;p18">
            <a:extLst xmlns:a="http://schemas.openxmlformats.org/drawingml/2006/main">
              <a:ext uri="{FF2B5EF4-FFF2-40B4-BE49-F238E27FC236}">
                <a16:creationId xmlns:a16="http://schemas.microsoft.com/office/drawing/2014/main" id="{B416C474-06D6-4525-BD0B-371A5081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90975"/>
            <a:ext cx="13335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  <a:endParaRPr/>
          </a:p>
        </p:txBody>
      </p:sp>
      <p:sp>
        <p:nvSpPr>
          <p:cNvPr id="185" name="Google Shape;185;p18">
            <a:extLst xmlns:a="http://schemas.openxmlformats.org/drawingml/2006/main">
              <a:ext uri="{FF2B5EF4-FFF2-40B4-BE49-F238E27FC236}">
                <a16:creationId xmlns:a16="http://schemas.microsoft.com/office/drawing/2014/main" id="{C5287B7B-6CB5-4F96-87CD-68FC5A2C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333875"/>
            <a:ext cx="13335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  <a:endParaRPr/>
          </a:p>
        </p:txBody>
      </p:sp>
      <p:sp>
        <p:nvSpPr>
          <p:cNvPr id="186" name="Google Shape;186;p18">
            <a:extLst xmlns:a="http://schemas.openxmlformats.org/drawingml/2006/main">
              <a:ext uri="{FF2B5EF4-FFF2-40B4-BE49-F238E27FC236}">
                <a16:creationId xmlns:a16="http://schemas.microsoft.com/office/drawing/2014/main" id="{6F13D42E-5C60-4935-8EDB-1A88960F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676775"/>
            <a:ext cx="13335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  <a:endParaRPr/>
          </a:p>
        </p:txBody>
      </p:sp>
      <p:sp>
        <p:nvSpPr>
          <p:cNvPr id="187" name="Google Shape;187;p18">
            <a:extLst xmlns:a="http://schemas.openxmlformats.org/drawingml/2006/main">
              <a:ext uri="{FF2B5EF4-FFF2-40B4-BE49-F238E27FC236}">
                <a16:creationId xmlns:a16="http://schemas.microsoft.com/office/drawing/2014/main" id="{348E0923-C3D0-437A-A668-3176CC044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550" b="1" i="0" u="none" cap="none">
                <a:solidFill>
                  <a:srgbClr val="1E293B"/>
                </a:solidFill>
                <a:latin typeface="Arial"/>
                <a:ea typeface="Arial"/>
                <a:cs typeface="Arial"/>
              </a:rPr>
              <a:t>Giám đốc nắm tình hình trong 5 phút</a:t>
            </a:r>
            <a:endParaRPr/>
          </a:p>
        </p:txBody>
      </p:sp>
      <p:sp>
        <p:nvSpPr>
          <p:cNvPr id="188" name="Google Shape;188;p18">
            <a:extLst xmlns:a="http://schemas.openxmlformats.org/drawingml/2006/main">
              <a:ext uri="{FF2B5EF4-FFF2-40B4-BE49-F238E27FC236}">
                <a16:creationId xmlns:a16="http://schemas.microsoft.com/office/drawing/2014/main" id="{3A7632FE-2D76-4EBC-968A-19D7799F7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048829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6" name="Google Shape;193;p1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16a0400e4044c8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94" name="Google Shape;194;p19">
            <a:extLst xmlns:a="http://schemas.openxmlformats.org/drawingml/2006/main">
              <a:ext uri="{FF2B5EF4-FFF2-40B4-BE49-F238E27FC236}">
                <a16:creationId xmlns:a16="http://schemas.microsoft.com/office/drawing/2014/main" id="{AC212F31-9601-4C7C-9FDC-0BA37C05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0300"/>
            <a:ext cx="11049000" cy="25336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4A7DBA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228" name="Google Shape;195;p19"/>
          <p:cNvGraphicFramePr/>
          <p:nvPr/>
        </p:nvGraphicFramePr>
        <p:xfrm>
          <a:off xmlns:a="http://schemas.openxmlformats.org/drawingml/2006/main" x="571500" y="2400300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{89BDE6DB-7701-4B69-9FE2-2E41202F5456}</a:tableStyleId>
              </a:tblPr>
              <a:tblGrid>
                <a:gridCol w="2168725"/>
                <a:gridCol w="2103525"/>
                <a:gridCol w="2067825"/>
                <a:gridCol w="2131825"/>
                <a:gridCol w="2567575"/>
              </a:tblGrid>
              <a:tr h="506725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</a:rPr>
                        <a:t>Gói Dịch Vụ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</a:rPr>
                        <a:t>Chi Phí / Tháng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</a:rPr>
                        <a:t>Lịch Sử Đi Làm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</a:rPr>
                        <a:t>Tài Khoản Staff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</a:rPr>
                        <a:t>Đối Tác &amp; Nhà Máy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506725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Khởi Động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2563EB"/>
                          </a:solidFill>
                          <a:latin typeface="Arial"/>
                          <a:ea typeface="Arial"/>
                          <a:cs typeface="Arial"/>
                        </a:rPr>
                        <a:t>500.000 đ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500 bản ghi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5 tài khoản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5 nhà máy / đối tác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  <a:tr h="506725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Tăng Trưởng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1.000.000 đ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1.500 bản ghi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10 tài khoản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10 nhà máy / đối tác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506725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Chuyên Nghiệp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2.000.000 đ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5.000 bản ghi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25 tài khoản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25 nhà máy / đối tác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  <a:tr h="506725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Doanh Nghiệp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3.500.000 đ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10.000 bản ghi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60 tài khoản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60 nhà máy / đối tác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96" name="Google Shape;196;p19">
            <a:extLst xmlns:a="http://schemas.openxmlformats.org/drawingml/2006/main">
              <a:ext uri="{FF2B5EF4-FFF2-40B4-BE49-F238E27FC236}">
                <a16:creationId xmlns:a16="http://schemas.microsoft.com/office/drawing/2014/main" id="{B48D6C10-27EC-4EAC-B425-CD5B36BEE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48250"/>
            <a:ext cx="1104900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cap="none">
                <a:solidFill>
                  <a:srgbClr val="64748B"/>
                </a:solidFill>
                <a:latin typeface="Arial"/>
                <a:ea typeface="Arial"/>
                <a:cs typeface="Arial"/>
              </a:rPr>
              <a:t>* Khi chạm 80% hạn mức, hệ thống đề xuất nâng gói; quy trình và dữ liệu vẫn giữ nguyên.</a:t>
            </a:r>
            <a:endParaRPr/>
          </a:p>
        </p:txBody>
      </p:sp>
      <p:sp>
        <p:nvSpPr>
          <p:cNvPr id="197" name="Google Shape;197;p19">
            <a:extLst xmlns:a="http://schemas.openxmlformats.org/drawingml/2006/main">
              <a:ext uri="{FF2B5EF4-FFF2-40B4-BE49-F238E27FC236}">
                <a16:creationId xmlns:a16="http://schemas.microsoft.com/office/drawing/2014/main" id="{CC479D7D-1779-4E2C-BE70-AF058A96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" y="2900362"/>
            <a:ext cx="2168723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8" name="Google Shape;198;p19">
            <a:extLst xmlns:a="http://schemas.openxmlformats.org/drawingml/2006/main">
              <a:ext uri="{FF2B5EF4-FFF2-40B4-BE49-F238E27FC236}">
                <a16:creationId xmlns:a16="http://schemas.microsoft.com/office/drawing/2014/main" id="{99C70C99-5D76-4B29-A840-BE402BAFB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4985" y="2900362"/>
            <a:ext cx="2103536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9" name="Google Shape;199;p19">
            <a:extLst xmlns:a="http://schemas.openxmlformats.org/drawingml/2006/main">
              <a:ext uri="{FF2B5EF4-FFF2-40B4-BE49-F238E27FC236}">
                <a16:creationId xmlns:a16="http://schemas.microsoft.com/office/drawing/2014/main" id="{F2BD9FF5-0407-4A30-8299-9D9827A8B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522" y="2900362"/>
            <a:ext cx="2067817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0" name="Google Shape;200;p19">
            <a:extLst xmlns:a="http://schemas.openxmlformats.org/drawingml/2006/main">
              <a:ext uri="{FF2B5EF4-FFF2-40B4-BE49-F238E27FC236}">
                <a16:creationId xmlns:a16="http://schemas.microsoft.com/office/drawing/2014/main" id="{95BC6770-1C1D-43F5-A582-5D3EB6F1F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6340" y="2900362"/>
            <a:ext cx="2131814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1" name="Google Shape;201;p19">
            <a:extLst xmlns:a="http://schemas.openxmlformats.org/drawingml/2006/main">
              <a:ext uri="{FF2B5EF4-FFF2-40B4-BE49-F238E27FC236}">
                <a16:creationId xmlns:a16="http://schemas.microsoft.com/office/drawing/2014/main" id="{6A84E10D-6EC6-4226-805B-DD0961EB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154" y="2900362"/>
            <a:ext cx="256758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2" name="Google Shape;202;p19">
            <a:extLst xmlns:a="http://schemas.openxmlformats.org/drawingml/2006/main">
              <a:ext uri="{FF2B5EF4-FFF2-40B4-BE49-F238E27FC236}">
                <a16:creationId xmlns:a16="http://schemas.microsoft.com/office/drawing/2014/main" id="{E001A653-F3D1-4B0B-B95F-C4E53CD38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" y="3405187"/>
            <a:ext cx="2168723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3" name="Google Shape;203;p19">
            <a:extLst xmlns:a="http://schemas.openxmlformats.org/drawingml/2006/main">
              <a:ext uri="{FF2B5EF4-FFF2-40B4-BE49-F238E27FC236}">
                <a16:creationId xmlns:a16="http://schemas.microsoft.com/office/drawing/2014/main" id="{37401EA6-3249-4FB1-872C-DF49213A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4985" y="3405187"/>
            <a:ext cx="2103536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4" name="Google Shape;204;p19">
            <a:extLst xmlns:a="http://schemas.openxmlformats.org/drawingml/2006/main">
              <a:ext uri="{FF2B5EF4-FFF2-40B4-BE49-F238E27FC236}">
                <a16:creationId xmlns:a16="http://schemas.microsoft.com/office/drawing/2014/main" id="{0769B65E-9D03-462D-9F8E-16F8BB89C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522" y="3405187"/>
            <a:ext cx="2067817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5" name="Google Shape;205;p19">
            <a:extLst xmlns:a="http://schemas.openxmlformats.org/drawingml/2006/main">
              <a:ext uri="{FF2B5EF4-FFF2-40B4-BE49-F238E27FC236}">
                <a16:creationId xmlns:a16="http://schemas.microsoft.com/office/drawing/2014/main" id="{1F6DB75C-2E18-4A21-9C2B-348A5F710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6340" y="3405187"/>
            <a:ext cx="2131814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6" name="Google Shape;206;p19">
            <a:extLst xmlns:a="http://schemas.openxmlformats.org/drawingml/2006/main">
              <a:ext uri="{FF2B5EF4-FFF2-40B4-BE49-F238E27FC236}">
                <a16:creationId xmlns:a16="http://schemas.microsoft.com/office/drawing/2014/main" id="{1DF91F18-6CC9-4D55-8F3C-60381874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154" y="3405187"/>
            <a:ext cx="256758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7" name="Google Shape;207;p19">
            <a:extLst xmlns:a="http://schemas.openxmlformats.org/drawingml/2006/main">
              <a:ext uri="{FF2B5EF4-FFF2-40B4-BE49-F238E27FC236}">
                <a16:creationId xmlns:a16="http://schemas.microsoft.com/office/drawing/2014/main" id="{4CF9681E-66BC-4D46-BA7F-1BF3544A2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" y="3910012"/>
            <a:ext cx="2168723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8" name="Google Shape;208;p19">
            <a:extLst xmlns:a="http://schemas.openxmlformats.org/drawingml/2006/main">
              <a:ext uri="{FF2B5EF4-FFF2-40B4-BE49-F238E27FC236}">
                <a16:creationId xmlns:a16="http://schemas.microsoft.com/office/drawing/2014/main" id="{B8757992-8CB9-48ED-BC69-73AB1D54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4985" y="3910012"/>
            <a:ext cx="2103536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9" name="Google Shape;209;p19">
            <a:extLst xmlns:a="http://schemas.openxmlformats.org/drawingml/2006/main">
              <a:ext uri="{FF2B5EF4-FFF2-40B4-BE49-F238E27FC236}">
                <a16:creationId xmlns:a16="http://schemas.microsoft.com/office/drawing/2014/main" id="{60AFB6F9-49EB-4A50-9434-43361CBEF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522" y="3910012"/>
            <a:ext cx="2067817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0" name="Google Shape;210;p19">
            <a:extLst xmlns:a="http://schemas.openxmlformats.org/drawingml/2006/main">
              <a:ext uri="{FF2B5EF4-FFF2-40B4-BE49-F238E27FC236}">
                <a16:creationId xmlns:a16="http://schemas.microsoft.com/office/drawing/2014/main" id="{7AAF59D4-FBEC-43B7-9A78-64101C299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6340" y="3910012"/>
            <a:ext cx="2131814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1" name="Google Shape;211;p19">
            <a:extLst xmlns:a="http://schemas.openxmlformats.org/drawingml/2006/main">
              <a:ext uri="{FF2B5EF4-FFF2-40B4-BE49-F238E27FC236}">
                <a16:creationId xmlns:a16="http://schemas.microsoft.com/office/drawing/2014/main" id="{E64708E9-5217-4491-9AD5-F8F99C35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154" y="3910012"/>
            <a:ext cx="256758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2" name="Google Shape;212;p19">
            <a:extLst xmlns:a="http://schemas.openxmlformats.org/drawingml/2006/main">
              <a:ext uri="{FF2B5EF4-FFF2-40B4-BE49-F238E27FC236}">
                <a16:creationId xmlns:a16="http://schemas.microsoft.com/office/drawing/2014/main" id="{515ED415-E4B9-4580-881E-543D1C7D3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" y="4414837"/>
            <a:ext cx="2168723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3" name="Google Shape;213;p19">
            <a:extLst xmlns:a="http://schemas.openxmlformats.org/drawingml/2006/main">
              <a:ext uri="{FF2B5EF4-FFF2-40B4-BE49-F238E27FC236}">
                <a16:creationId xmlns:a16="http://schemas.microsoft.com/office/drawing/2014/main" id="{A45300BA-3144-45A5-8315-BBE1E305A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4985" y="4414837"/>
            <a:ext cx="2103536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4" name="Google Shape;214;p19">
            <a:extLst xmlns:a="http://schemas.openxmlformats.org/drawingml/2006/main">
              <a:ext uri="{FF2B5EF4-FFF2-40B4-BE49-F238E27FC236}">
                <a16:creationId xmlns:a16="http://schemas.microsoft.com/office/drawing/2014/main" id="{3D4EB8F6-CBDF-4C56-A3EF-05450BC73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522" y="4414837"/>
            <a:ext cx="2067817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5" name="Google Shape;215;p19">
            <a:extLst xmlns:a="http://schemas.openxmlformats.org/drawingml/2006/main">
              <a:ext uri="{FF2B5EF4-FFF2-40B4-BE49-F238E27FC236}">
                <a16:creationId xmlns:a16="http://schemas.microsoft.com/office/drawing/2014/main" id="{B8A4EADC-9E73-4599-BF05-EBC55FDC5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6340" y="4414837"/>
            <a:ext cx="2131814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6" name="Google Shape;216;p19">
            <a:extLst xmlns:a="http://schemas.openxmlformats.org/drawingml/2006/main">
              <a:ext uri="{FF2B5EF4-FFF2-40B4-BE49-F238E27FC236}">
                <a16:creationId xmlns:a16="http://schemas.microsoft.com/office/drawing/2014/main" id="{9E7AEF06-8765-4C5C-BDF1-B2A54C8D2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154" y="4414837"/>
            <a:ext cx="256758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7" name="Google Shape;217;p19">
            <a:extLst xmlns:a="http://schemas.openxmlformats.org/drawingml/2006/main">
              <a:ext uri="{FF2B5EF4-FFF2-40B4-BE49-F238E27FC236}">
                <a16:creationId xmlns:a16="http://schemas.microsoft.com/office/drawing/2014/main" id="{5C57B160-55D5-4E97-8A14-70FCB6B1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" y="4919662"/>
            <a:ext cx="2168723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8" name="Google Shape;218;p19">
            <a:extLst xmlns:a="http://schemas.openxmlformats.org/drawingml/2006/main">
              <a:ext uri="{FF2B5EF4-FFF2-40B4-BE49-F238E27FC236}">
                <a16:creationId xmlns:a16="http://schemas.microsoft.com/office/drawing/2014/main" id="{3B70EF39-8B1A-437A-AE3B-5C986735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4985" y="4919662"/>
            <a:ext cx="2103536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9" name="Google Shape;219;p19">
            <a:extLst xmlns:a="http://schemas.openxmlformats.org/drawingml/2006/main">
              <a:ext uri="{FF2B5EF4-FFF2-40B4-BE49-F238E27FC236}">
                <a16:creationId xmlns:a16="http://schemas.microsoft.com/office/drawing/2014/main" id="{CA40881D-BEC2-44E5-8088-97D871727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522" y="4919662"/>
            <a:ext cx="2067817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0" name="Google Shape;220;p19">
            <a:extLst xmlns:a="http://schemas.openxmlformats.org/drawingml/2006/main">
              <a:ext uri="{FF2B5EF4-FFF2-40B4-BE49-F238E27FC236}">
                <a16:creationId xmlns:a16="http://schemas.microsoft.com/office/drawing/2014/main" id="{EFC27CEC-DD34-41A3-AB52-E69411C7D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6340" y="4919662"/>
            <a:ext cx="2131814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1" name="Google Shape;221;p19">
            <a:extLst xmlns:a="http://schemas.openxmlformats.org/drawingml/2006/main">
              <a:ext uri="{FF2B5EF4-FFF2-40B4-BE49-F238E27FC236}">
                <a16:creationId xmlns:a16="http://schemas.microsoft.com/office/drawing/2014/main" id="{C44BA693-217F-4559-9446-C65519936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154" y="4919662"/>
            <a:ext cx="2567582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2" name="Google Shape;222;p19">
            <a:extLst xmlns:a="http://schemas.openxmlformats.org/drawingml/2006/main">
              <a:ext uri="{FF2B5EF4-FFF2-40B4-BE49-F238E27FC236}">
                <a16:creationId xmlns:a16="http://schemas.microsoft.com/office/drawing/2014/main" id="{237BE591-59E1-46F9-8C4F-B3918DADB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550" b="1" i="0" u="none" cap="none">
                <a:solidFill>
                  <a:srgbClr val="1E293B"/>
                </a:solidFill>
                <a:latin typeface="Arial"/>
                <a:ea typeface="Arial"/>
                <a:cs typeface="Arial"/>
              </a:rPr>
              <a:t>Mức giá mở rộng theo quy mô</a:t>
            </a:r>
            <a:endParaRPr/>
          </a:p>
        </p:txBody>
      </p:sp>
      <p:sp>
        <p:nvSpPr>
          <p:cNvPr id="223" name="Google Shape;223;p19">
            <a:extLst xmlns:a="http://schemas.openxmlformats.org/drawingml/2006/main">
              <a:ext uri="{FF2B5EF4-FFF2-40B4-BE49-F238E27FC236}">
                <a16:creationId xmlns:a16="http://schemas.microsoft.com/office/drawing/2014/main" id="{E6912016-B285-4D7E-A281-1C0039247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283735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9" name="Google Shape;228;p2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264b5e48f7a4ef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40" name="Google Shape;229;p2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bb57bf6711c46a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71500" y="1381125"/>
            <a:ext cx="11049000" cy="50006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41" name="Google Shape;230;p2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ca3635e41b045d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71500" y="4043362"/>
            <a:ext cx="11049000" cy="7429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42" name="Google Shape;231;p2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c0078bc06ac4a8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35372" y="4224337"/>
            <a:ext cx="171450" cy="152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32" name="Google Shape;232;p20">
            <a:extLst xmlns:a="http://schemas.openxmlformats.org/drawingml/2006/main">
              <a:ext uri="{FF2B5EF4-FFF2-40B4-BE49-F238E27FC236}">
                <a16:creationId xmlns:a16="http://schemas.microsoft.com/office/drawing/2014/main" id="{F9AE86FB-D160-4777-A941-F28C55AB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550" b="1" i="0" u="none" cap="none">
                <a:solidFill>
                  <a:srgbClr val="1E293B"/>
                </a:solidFill>
                <a:latin typeface="Arial"/>
                <a:ea typeface="Arial"/>
                <a:cs typeface="Arial"/>
              </a:rPr>
              <a:t>Chi phí phần mềm thấp hơn chi phí đối soát thủ công</a:t>
            </a:r>
            <a:endParaRPr/>
          </a:p>
        </p:txBody>
      </p:sp>
      <p:sp>
        <p:nvSpPr>
          <p:cNvPr id="233" name="Google Shape;233;p20">
            <a:extLst xmlns:a="http://schemas.openxmlformats.org/drawingml/2006/main">
              <a:ext uri="{FF2B5EF4-FFF2-40B4-BE49-F238E27FC236}">
                <a16:creationId xmlns:a16="http://schemas.microsoft.com/office/drawing/2014/main" id="{23971C66-DCDF-44BB-A059-A1F00A69D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49B79A2D-0DA2-4831-BCDD-114F6CF6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i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i="1">
                <a:solidFill>
                  <a:srgbClr val="64748B"/>
                </a:solidFill>
                <a:latin typeface="Arial"/>
                <a:ea typeface="Arial"/>
                <a:cs typeface="Arial"/>
              </a:rPr>
              <a:t>Minh họa theo giả định 12 giờ đối soát/tháng; xác nhận lại bằng số liệu thực tế trước khi ký hợp đồng.</a:t>
            </a:r>
          </a:p>
        </p:txBody>
      </p:sp>
    </p:spTree>
    <p:extLst>
      <p:ext uri="{BB962C8B-B14F-4D97-AF65-F5344CB8AC3E}">
        <p14:creationId xmlns:p14="http://schemas.microsoft.com/office/powerpoint/2010/main" val="14721940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8" name="Google Shape;238;p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4ed42efc4104a5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69" name="Google Shape;239;p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e8e47ee03c04a4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71500" y="3270944"/>
            <a:ext cx="2541240" cy="183058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70" name="Google Shape;240;p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f210bbd0feb4da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407419" y="3270944"/>
            <a:ext cx="2541240" cy="183058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71" name="Google Shape;241;p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be2ccf0a692420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243339" y="3270944"/>
            <a:ext cx="2541240" cy="183058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72" name="Google Shape;242;p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ba06fbc54dc4de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079259" y="3270944"/>
            <a:ext cx="2541240" cy="183058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43" name="Google Shape;243;p21">
            <a:extLst xmlns:a="http://schemas.openxmlformats.org/drawingml/2006/main">
              <a:ext uri="{FF2B5EF4-FFF2-40B4-BE49-F238E27FC236}">
                <a16:creationId xmlns:a16="http://schemas.microsoft.com/office/drawing/2014/main" id="{A02171D3-ECCA-489B-B50C-492A8B52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1344"/>
            <a:ext cx="110490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334155"/>
                </a:solidFill>
                <a:latin typeface="Arial"/>
                <a:ea typeface="Arial"/>
                <a:cs typeface="Arial"/>
              </a:rPr>
              <a:t>Đội ngũ đồng hành từng bước để chuyển đổi an toàn, không gián đoạn vận hành:</a:t>
            </a:r>
            <a:endParaRPr/>
          </a:p>
        </p:txBody>
      </p:sp>
      <p:sp>
        <p:nvSpPr>
          <p:cNvPr id="244" name="Google Shape;244;p21">
            <a:extLst xmlns:a="http://schemas.openxmlformats.org/drawingml/2006/main">
              <a:ext uri="{FF2B5EF4-FFF2-40B4-BE49-F238E27FC236}">
                <a16:creationId xmlns:a16="http://schemas.microsoft.com/office/drawing/2014/main" id="{BFCCE7F7-B158-4EAE-9CB5-06CF147DB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67187"/>
            <a:ext cx="1104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75" name="Google Shape;245;p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0d0d839e19c40c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71525" y="3470969"/>
            <a:ext cx="564207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46" name="Google Shape;246;p21">
            <a:extLst xmlns:a="http://schemas.openxmlformats.org/drawingml/2006/main">
              <a:ext uri="{FF2B5EF4-FFF2-40B4-BE49-F238E27FC236}">
                <a16:creationId xmlns:a16="http://schemas.microsoft.com/office/drawing/2014/main" id="{AB3281D9-2BF3-415E-8FCA-EF9D5D656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794819"/>
            <a:ext cx="2248249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u="none" cap="none">
                <a:solidFill>
                  <a:srgbClr val="0F172A"/>
                </a:solidFill>
                <a:latin typeface="Arial"/>
                <a:ea typeface="Arial"/>
                <a:cs typeface="Arial"/>
              </a:rPr>
              <a:t>1. Thiết lập hệ thống</a:t>
            </a:r>
            <a:endParaRPr/>
          </a:p>
        </p:txBody>
      </p:sp>
      <p:sp>
        <p:nvSpPr>
          <p:cNvPr id="247" name="Google Shape;247;p21">
            <a:extLst xmlns:a="http://schemas.openxmlformats.org/drawingml/2006/main">
              <a:ext uri="{FF2B5EF4-FFF2-40B4-BE49-F238E27FC236}">
                <a16:creationId xmlns:a16="http://schemas.microsoft.com/office/drawing/2014/main" id="{7A17B20B-CC5C-4242-8745-D7C912ED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128194"/>
            <a:ext cx="2141190" cy="5799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cap="none">
                <a:solidFill>
                  <a:srgbClr val="475569"/>
                </a:solidFill>
                <a:latin typeface="Arial"/>
                <a:ea typeface="Arial"/>
                <a:cs typeface="Arial"/>
              </a:rPr>
              <a:t>Khởi tạo Workspace, nhà máy, đối tác và phân quyền Staff (1-2 ngày).</a:t>
            </a:r>
            <a:endParaRPr/>
          </a:p>
        </p:txBody>
      </p:sp>
      <p:pic>
        <p:nvPicPr>
          <p:cNvPr id="278" name="Google Shape;248;p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02fca08cec1487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607444" y="3470969"/>
            <a:ext cx="564207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49" name="Google Shape;249;p21">
            <a:extLst xmlns:a="http://schemas.openxmlformats.org/drawingml/2006/main">
              <a:ext uri="{FF2B5EF4-FFF2-40B4-BE49-F238E27FC236}">
                <a16:creationId xmlns:a16="http://schemas.microsoft.com/office/drawing/2014/main" id="{61BDD7A2-B0D9-4FA5-A6D3-A342E9F4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7444" y="3794819"/>
            <a:ext cx="2248249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u="none" cap="none">
                <a:solidFill>
                  <a:srgbClr val="0F172A"/>
                </a:solidFill>
                <a:latin typeface="Arial"/>
                <a:ea typeface="Arial"/>
                <a:cs typeface="Arial"/>
              </a:rPr>
              <a:t>2. Chuẩn hóa dữ liệu</a:t>
            </a:r>
            <a:endParaRPr/>
          </a:p>
        </p:txBody>
      </p:sp>
      <p:sp>
        <p:nvSpPr>
          <p:cNvPr id="250" name="Google Shape;250;p21">
            <a:extLst xmlns:a="http://schemas.openxmlformats.org/drawingml/2006/main">
              <a:ext uri="{FF2B5EF4-FFF2-40B4-BE49-F238E27FC236}">
                <a16:creationId xmlns:a16="http://schemas.microsoft.com/office/drawing/2014/main" id="{F93A6489-A52E-4759-AB7B-7BE66BB8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7444" y="4128194"/>
            <a:ext cx="2141190" cy="5799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cap="none">
                <a:solidFill>
                  <a:srgbClr val="475569"/>
                </a:solidFill>
                <a:latin typeface="Arial"/>
                <a:ea typeface="Arial"/>
                <a:cs typeface="Arial"/>
              </a:rPr>
              <a:t>Chuẩn hóa file Excel theo mẫu và xử lý các dòng lỗi cũ.</a:t>
            </a:r>
            <a:endParaRPr/>
          </a:p>
        </p:txBody>
      </p:sp>
      <p:pic>
        <p:nvPicPr>
          <p:cNvPr id="281" name="Google Shape;251;p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c1015f079b64a8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443364" y="3470969"/>
            <a:ext cx="564207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2" name="Google Shape;252;p21">
            <a:extLst xmlns:a="http://schemas.openxmlformats.org/drawingml/2006/main">
              <a:ext uri="{FF2B5EF4-FFF2-40B4-BE49-F238E27FC236}">
                <a16:creationId xmlns:a16="http://schemas.microsoft.com/office/drawing/2014/main" id="{4B0C57BE-C84D-459B-AFE4-9F1FAD60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3364" y="3794819"/>
            <a:ext cx="2248249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u="none" cap="none">
                <a:solidFill>
                  <a:srgbClr val="0F172A"/>
                </a:solidFill>
                <a:latin typeface="Arial"/>
                <a:ea typeface="Arial"/>
                <a:cs typeface="Arial"/>
              </a:rPr>
              <a:t>3. Vận hành thực tế</a:t>
            </a:r>
            <a:endParaRPr/>
          </a:p>
        </p:txBody>
      </p:sp>
      <p:sp>
        <p:nvSpPr>
          <p:cNvPr id="253" name="Google Shape;253;p21">
            <a:extLst xmlns:a="http://schemas.openxmlformats.org/drawingml/2006/main">
              <a:ext uri="{FF2B5EF4-FFF2-40B4-BE49-F238E27FC236}">
                <a16:creationId xmlns:a16="http://schemas.microsoft.com/office/drawing/2014/main" id="{9E17A380-8A8B-42CC-8232-D7E43B4A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3364" y="4128194"/>
            <a:ext cx="2141190" cy="773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cap="none">
                <a:solidFill>
                  <a:srgbClr val="475569"/>
                </a:solidFill>
                <a:latin typeface="Arial"/>
                <a:ea typeface="Arial"/>
                <a:cs typeface="Arial"/>
              </a:rPr>
              <a:t>Chạy hồ sơ, lịch sử đi làm, phê duyệt tạm ứng và công/lương trên ứng dụng.</a:t>
            </a:r>
            <a:endParaRPr/>
          </a:p>
        </p:txBody>
      </p:sp>
      <p:pic>
        <p:nvPicPr>
          <p:cNvPr id="284" name="Google Shape;254;p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13064ef9f2e4c2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279284" y="3470969"/>
            <a:ext cx="564207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5" name="Google Shape;255;p21">
            <a:extLst xmlns:a="http://schemas.openxmlformats.org/drawingml/2006/main">
              <a:ext uri="{FF2B5EF4-FFF2-40B4-BE49-F238E27FC236}">
                <a16:creationId xmlns:a16="http://schemas.microsoft.com/office/drawing/2014/main" id="{EDA80D9B-6B5E-484F-A59A-6B8584F26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9284" y="3794819"/>
            <a:ext cx="2248249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u="none" cap="none">
                <a:solidFill>
                  <a:srgbClr val="0F172A"/>
                </a:solidFill>
                <a:latin typeface="Arial"/>
                <a:ea typeface="Arial"/>
                <a:cs typeface="Arial"/>
              </a:rPr>
              <a:t>4. Đo lường và bàn giao</a:t>
            </a:r>
            <a:endParaRPr/>
          </a:p>
        </p:txBody>
      </p:sp>
      <p:sp>
        <p:nvSpPr>
          <p:cNvPr id="256" name="Google Shape;256;p21">
            <a:extLst xmlns:a="http://schemas.openxmlformats.org/drawingml/2006/main">
              <a:ext uri="{FF2B5EF4-FFF2-40B4-BE49-F238E27FC236}">
                <a16:creationId xmlns:a16="http://schemas.microsoft.com/office/drawing/2014/main" id="{3704E9B9-3132-4A13-B6C2-031C4C952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9284" y="4128194"/>
            <a:ext cx="2141190" cy="773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cap="none">
                <a:solidFill>
                  <a:srgbClr val="475569"/>
                </a:solidFill>
                <a:latin typeface="Arial"/>
                <a:ea typeface="Arial"/>
                <a:cs typeface="Arial"/>
              </a:rPr>
              <a:t>Đo thời gian đối soát, kiểm tra lỗi và chốt gói theo quy mô thực tế.</a:t>
            </a:r>
            <a:endParaRPr/>
          </a:p>
        </p:txBody>
      </p:sp>
      <p:sp>
        <p:nvSpPr>
          <p:cNvPr id="257" name="Google Shape;257;p21">
            <a:extLst xmlns:a="http://schemas.openxmlformats.org/drawingml/2006/main">
              <a:ext uri="{FF2B5EF4-FFF2-40B4-BE49-F238E27FC236}">
                <a16:creationId xmlns:a16="http://schemas.microsoft.com/office/drawing/2014/main" id="{5A9EF63B-F972-4091-A31F-A4E8575F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550" b="1" i="0" u="none" cap="none">
                <a:solidFill>
                  <a:srgbClr val="1E293B"/>
                </a:solidFill>
                <a:latin typeface="Arial"/>
                <a:ea typeface="Arial"/>
                <a:cs typeface="Arial"/>
              </a:rPr>
              <a:t>Lộ trình thí điểm 30 ngày</a:t>
            </a:r>
            <a:endParaRPr/>
          </a:p>
        </p:txBody>
      </p:sp>
      <p:sp>
        <p:nvSpPr>
          <p:cNvPr id="258" name="Google Shape;258;p21">
            <a:extLst xmlns:a="http://schemas.openxmlformats.org/drawingml/2006/main">
              <a:ext uri="{FF2B5EF4-FFF2-40B4-BE49-F238E27FC236}">
                <a16:creationId xmlns:a16="http://schemas.microsoft.com/office/drawing/2014/main" id="{9438878F-818C-4DB8-A527-476D2A27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178937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4" name="Google Shape;263;p2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75b0e3192cc4cd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05" name="Google Shape;264;p2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1c9075173634b6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71500" y="1964531"/>
            <a:ext cx="5381625" cy="383381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06" name="Google Shape;265;p2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ed69eff70414ff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238875" y="1964531"/>
            <a:ext cx="5381625" cy="383381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66" name="Google Shape;266;p22">
            <a:extLst xmlns:a="http://schemas.openxmlformats.org/drawingml/2006/main">
              <a:ext uri="{FF2B5EF4-FFF2-40B4-BE49-F238E27FC236}">
                <a16:creationId xmlns:a16="http://schemas.microsoft.com/office/drawing/2014/main" id="{8C3B8F90-614B-4C6A-9372-F00604524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9331"/>
            <a:ext cx="5010626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>
                <a:solidFill>
                  <a:srgbClr val="38BDF8"/>
                </a:solidFill>
                <a:latin typeface="Arial"/>
                <a:ea typeface="Arial"/>
                <a:cs typeface="Arial"/>
              </a:rPr>
              <a:t>Gói thí điểm khởi động</a:t>
            </a:r>
            <a:endParaRPr/>
          </a:p>
        </p:txBody>
      </p:sp>
      <p:sp>
        <p:nvSpPr>
          <p:cNvPr id="267" name="Google Shape;267;p22">
            <a:extLst xmlns:a="http://schemas.openxmlformats.org/drawingml/2006/main">
              <a:ext uri="{FF2B5EF4-FFF2-40B4-BE49-F238E27FC236}">
                <a16:creationId xmlns:a16="http://schemas.microsoft.com/office/drawing/2014/main" id="{B253324D-458E-4943-AA24-809BB52A8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97956"/>
            <a:ext cx="47720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8" name="Google Shape;268;p22">
            <a:extLst xmlns:a="http://schemas.openxmlformats.org/drawingml/2006/main">
              <a:ext uri="{FF2B5EF4-FFF2-40B4-BE49-F238E27FC236}">
                <a16:creationId xmlns:a16="http://schemas.microsoft.com/office/drawing/2014/main" id="{1B96A3CD-530B-4886-A32C-D31745C7E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2731"/>
            <a:ext cx="4772025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u="none" cap="none">
                <a:solidFill>
                  <a:srgbClr val="38BDF8"/>
                </a:solidFill>
                <a:latin typeface="Arial"/>
                <a:ea typeface="Arial"/>
                <a:cs typeface="Arial"/>
              </a:rPr>
              <a:t>500.000 đ </a:t>
            </a:r>
            <a:r>
              <a:rPr sz="2100" b="0" i="0" u="none" cap="none">
                <a:solidFill>
                  <a:srgbClr val="94A3B8"/>
                </a:solidFill>
                <a:latin typeface="Arial"/>
                <a:ea typeface="Arial"/>
                <a:cs typeface="Arial"/>
              </a:rPr>
              <a:t>/ tháng</a:t>
            </a:r>
            <a:endParaRPr/>
          </a:p>
        </p:txBody>
      </p:sp>
      <p:sp>
        <p:nvSpPr>
          <p:cNvPr id="269" name="Google Shape;269;p22">
            <a:extLst xmlns:a="http://schemas.openxmlformats.org/drawingml/2006/main">
              <a:ext uri="{FF2B5EF4-FFF2-40B4-BE49-F238E27FC236}">
                <a16:creationId xmlns:a16="http://schemas.microsoft.com/office/drawing/2014/main" id="{41FD8B57-8C2E-430F-AC71-CA7E8F9E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6731"/>
            <a:ext cx="47720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0" name="Google Shape;270;p22">
            <a:extLst xmlns:a="http://schemas.openxmlformats.org/drawingml/2006/main">
              <a:ext uri="{FF2B5EF4-FFF2-40B4-BE49-F238E27FC236}">
                <a16:creationId xmlns:a16="http://schemas.microsoft.com/office/drawing/2014/main" id="{7DB22FD4-830C-419E-91BA-014DABC6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41031"/>
            <a:ext cx="44672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cap="none">
                <a:solidFill>
                  <a:srgbClr val="1E40AF"/>
                </a:solidFill>
                <a:latin typeface="Arial"/>
                <a:ea typeface="Arial"/>
                <a:cs typeface="Arial"/>
              </a:rPr>
              <a:t>Cam kết thử nghiệm:</a:t>
            </a:r>
            <a:endParaRPr/>
          </a:p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cap="none">
                <a:solidFill>
                  <a:srgbClr val="1E40AF"/>
                </a:solidFill>
                <a:latin typeface="Arial"/>
                <a:ea typeface="Arial"/>
                <a:cs typeface="Arial"/>
              </a:rPr>
              <a:t>Nếu sau 30 ngày thời gian đối soát không giảm tối thiểu 50%, doanh nghiệp được hoàn lại 100% phí thí điểm.</a:t>
            </a:r>
            <a:endParaRPr/>
          </a:p>
        </p:txBody>
      </p:sp>
      <p:sp>
        <p:nvSpPr>
          <p:cNvPr id="271" name="Google Shape;271;p22">
            <a:extLst xmlns:a="http://schemas.openxmlformats.org/drawingml/2006/main">
              <a:ext uri="{FF2B5EF4-FFF2-40B4-BE49-F238E27FC236}">
                <a16:creationId xmlns:a16="http://schemas.microsoft.com/office/drawing/2014/main" id="{0F032B98-6A91-4EE8-AE11-6EFA26A8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6731"/>
            <a:ext cx="381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2" name="Google Shape;272;p22">
            <a:extLst xmlns:a="http://schemas.openxmlformats.org/drawingml/2006/main">
              <a:ext uri="{FF2B5EF4-FFF2-40B4-BE49-F238E27FC236}">
                <a16:creationId xmlns:a16="http://schemas.microsoft.com/office/drawing/2014/main" id="{5BBE76D9-F4FE-43B0-AB8C-EA79C2471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288381"/>
            <a:ext cx="4970621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>
                <a:solidFill>
                  <a:srgbClr val="15803D"/>
                </a:solidFill>
                <a:latin typeface="Arial"/>
                <a:ea typeface="Arial"/>
                <a:cs typeface="Arial"/>
              </a:rPr>
              <a:t>Kích hoạt trong 15 phút</a:t>
            </a:r>
            <a:endParaRPr/>
          </a:p>
        </p:txBody>
      </p:sp>
      <p:sp>
        <p:nvSpPr>
          <p:cNvPr id="273" name="Google Shape;273;p22">
            <a:extLst xmlns:a="http://schemas.openxmlformats.org/drawingml/2006/main">
              <a:ext uri="{FF2B5EF4-FFF2-40B4-BE49-F238E27FC236}">
                <a16:creationId xmlns:a16="http://schemas.microsoft.com/office/drawing/2014/main" id="{56820A83-47E5-4BB7-BE01-74B1D74AF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717006"/>
            <a:ext cx="4733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F7D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4" name="Google Shape;274;p22">
            <a:extLst xmlns:a="http://schemas.openxmlformats.org/drawingml/2006/main">
              <a:ext uri="{FF2B5EF4-FFF2-40B4-BE49-F238E27FC236}">
                <a16:creationId xmlns:a16="http://schemas.microsoft.com/office/drawing/2014/main" id="{1A40BBC1-8F6C-45E0-A1F4-8BF654667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669631"/>
            <a:ext cx="473392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5" name="Google Shape;275;p22">
            <a:extLst xmlns:a="http://schemas.openxmlformats.org/drawingml/2006/main">
              <a:ext uri="{FF2B5EF4-FFF2-40B4-BE49-F238E27FC236}">
                <a16:creationId xmlns:a16="http://schemas.microsoft.com/office/drawing/2014/main" id="{72DDA7B5-3BD9-4640-BB91-F04515B3B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802981"/>
            <a:ext cx="42005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KÍCH HOẠT HỆ THỐNG NGAY</a:t>
            </a:r>
            <a:endParaRPr/>
          </a:p>
        </p:txBody>
      </p:sp>
      <p:sp>
        <p:nvSpPr>
          <p:cNvPr id="276" name="Google Shape;276;p22">
            <a:extLst xmlns:a="http://schemas.openxmlformats.org/drawingml/2006/main">
              <a:ext uri="{FF2B5EF4-FFF2-40B4-BE49-F238E27FC236}">
                <a16:creationId xmlns:a16="http://schemas.microsoft.com/office/drawing/2014/main" id="{5836B562-DC59-48D2-BF4D-9D9AE6D8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5288756"/>
            <a:ext cx="4733925" cy="222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75" b="0" i="0" u="none" cap="none">
                <a:solidFill>
                  <a:srgbClr val="64748B"/>
                </a:solidFill>
                <a:latin typeface="Arial"/>
                <a:ea typeface="Arial"/>
                <a:cs typeface="Arial"/>
              </a:rPr>
              <a:t>Hỗ trợ kỹ thuật qua Hotline/Zalo: 24/7</a:t>
            </a:r>
            <a:endParaRPr/>
          </a:p>
        </p:txBody>
      </p:sp>
      <p:sp>
        <p:nvSpPr>
          <p:cNvPr id="277" name="Google Shape;277;p22">
            <a:extLst xmlns:a="http://schemas.openxmlformats.org/drawingml/2006/main">
              <a:ext uri="{FF2B5EF4-FFF2-40B4-BE49-F238E27FC236}">
                <a16:creationId xmlns:a16="http://schemas.microsoft.com/office/drawing/2014/main" id="{418419BB-4816-468C-9966-AFBFE6A0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45656"/>
            <a:ext cx="4543425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F8FAFC"/>
                </a:solidFill>
                <a:latin typeface="Arial"/>
                <a:ea typeface="Arial"/>
                <a:cs typeface="Arial"/>
              </a:rPr>
              <a:t>Quản lý đến 500 lịch sử đi làm thực tế</a:t>
            </a:r>
            <a:endParaRPr/>
          </a:p>
        </p:txBody>
      </p:sp>
      <p:sp>
        <p:nvSpPr>
          <p:cNvPr id="278" name="Google Shape;278;p22">
            <a:extLst xmlns:a="http://schemas.openxmlformats.org/drawingml/2006/main">
              <a:ext uri="{FF2B5EF4-FFF2-40B4-BE49-F238E27FC236}">
                <a16:creationId xmlns:a16="http://schemas.microsoft.com/office/drawing/2014/main" id="{6F93771A-28B1-4256-9CE1-DC01929A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50456"/>
            <a:ext cx="4543425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F8FAFC"/>
                </a:solidFill>
                <a:latin typeface="Arial"/>
                <a:ea typeface="Arial"/>
                <a:cs typeface="Arial"/>
              </a:rPr>
              <a:t>5 tài khoản Staff + 5 Nhà máy / Đối tác</a:t>
            </a:r>
            <a:endParaRPr/>
          </a:p>
        </p:txBody>
      </p:sp>
      <p:sp>
        <p:nvSpPr>
          <p:cNvPr id="279" name="Google Shape;279;p22">
            <a:extLst xmlns:a="http://schemas.openxmlformats.org/drawingml/2006/main">
              <a:ext uri="{FF2B5EF4-FFF2-40B4-BE49-F238E27FC236}">
                <a16:creationId xmlns:a16="http://schemas.microsoft.com/office/drawing/2014/main" id="{9C5A0D90-D752-4070-A7AC-64B0167FE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55256"/>
            <a:ext cx="4543425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F8FAFC"/>
                </a:solidFill>
                <a:latin typeface="Arial"/>
                <a:ea typeface="Arial"/>
                <a:cs typeface="Arial"/>
              </a:rPr>
              <a:t>Cập nhật tính năng &amp; Bảo mật tự động</a:t>
            </a:r>
            <a:endParaRPr/>
          </a:p>
        </p:txBody>
      </p:sp>
      <p:sp>
        <p:nvSpPr>
          <p:cNvPr id="280" name="Google Shape;280;p22">
            <a:extLst xmlns:a="http://schemas.openxmlformats.org/drawingml/2006/main">
              <a:ext uri="{FF2B5EF4-FFF2-40B4-BE49-F238E27FC236}">
                <a16:creationId xmlns:a16="http://schemas.microsoft.com/office/drawing/2014/main" id="{42482EF7-A760-42A3-83C5-1323D8DC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821781"/>
            <a:ext cx="4314825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334155"/>
                </a:solidFill>
                <a:latin typeface="Arial"/>
                <a:ea typeface="Arial"/>
                <a:cs typeface="Arial"/>
              </a:rPr>
              <a:t>Xác nhận gói thí điểm và khởi tạo hệ thống riêng cho công ty.</a:t>
            </a:r>
            <a:endParaRPr/>
          </a:p>
        </p:txBody>
      </p:sp>
      <p:sp>
        <p:nvSpPr>
          <p:cNvPr id="281" name="Google Shape;281;p22">
            <a:extLst xmlns:a="http://schemas.openxmlformats.org/drawingml/2006/main">
              <a:ext uri="{FF2B5EF4-FFF2-40B4-BE49-F238E27FC236}">
                <a16:creationId xmlns:a16="http://schemas.microsoft.com/office/drawing/2014/main" id="{CC1A6362-2A89-4BD3-BAD7-50DC94640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374231"/>
            <a:ext cx="4314825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334155"/>
                </a:solidFill>
                <a:latin typeface="Arial"/>
                <a:ea typeface="Arial"/>
                <a:cs typeface="Arial"/>
              </a:rPr>
              <a:t>Gửi file Excel mẫu; kỹ thuật chuẩn hóa và nhập dữ liệu ban đầu miễn phí.</a:t>
            </a:r>
            <a:endParaRPr/>
          </a:p>
        </p:txBody>
      </p:sp>
      <p:sp>
        <p:nvSpPr>
          <p:cNvPr id="282" name="Google Shape;282;p22">
            <a:extLst xmlns:a="http://schemas.openxmlformats.org/drawingml/2006/main">
              <a:ext uri="{FF2B5EF4-FFF2-40B4-BE49-F238E27FC236}">
                <a16:creationId xmlns:a16="http://schemas.microsoft.com/office/drawing/2014/main" id="{F38A5D64-4A19-4DA5-A8A3-F1F0328F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926681"/>
            <a:ext cx="43148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334155"/>
                </a:solidFill>
                <a:latin typeface="Arial"/>
                <a:ea typeface="Arial"/>
                <a:cs typeface="Arial"/>
              </a:rPr>
              <a:t>Nhận bàn giao và bắt đầu vận hành trong tuần này.</a:t>
            </a:r>
            <a:endParaRPr/>
          </a:p>
        </p:txBody>
      </p:sp>
      <p:pic>
        <p:nvPicPr>
          <p:cNvPr id="324" name="Google Shape;283;p2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213aaece12c45f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572226" y="4850606"/>
            <a:ext cx="171450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84" name="Google Shape;284;p22">
            <a:extLst xmlns:a="http://schemas.openxmlformats.org/drawingml/2006/main">
              <a:ext uri="{FF2B5EF4-FFF2-40B4-BE49-F238E27FC236}">
                <a16:creationId xmlns:a16="http://schemas.microsoft.com/office/drawing/2014/main" id="{C6D49BCF-A515-4A1F-9A6E-70C2CDD4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07556"/>
            <a:ext cx="13335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  <a:endParaRPr/>
          </a:p>
        </p:txBody>
      </p:sp>
      <p:sp>
        <p:nvSpPr>
          <p:cNvPr id="285" name="Google Shape;285;p22">
            <a:extLst xmlns:a="http://schemas.openxmlformats.org/drawingml/2006/main">
              <a:ext uri="{FF2B5EF4-FFF2-40B4-BE49-F238E27FC236}">
                <a16:creationId xmlns:a16="http://schemas.microsoft.com/office/drawing/2014/main" id="{89930065-F337-413D-A04C-0857424B5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2356"/>
            <a:ext cx="13335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  <a:endParaRPr/>
          </a:p>
        </p:txBody>
      </p:sp>
      <p:sp>
        <p:nvSpPr>
          <p:cNvPr id="286" name="Google Shape;286;p22">
            <a:extLst xmlns:a="http://schemas.openxmlformats.org/drawingml/2006/main">
              <a:ext uri="{FF2B5EF4-FFF2-40B4-BE49-F238E27FC236}">
                <a16:creationId xmlns:a16="http://schemas.microsoft.com/office/drawing/2014/main" id="{176A9C01-60A4-4141-9ACE-04FF17DCF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17156"/>
            <a:ext cx="13335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  <a:endParaRPr/>
          </a:p>
        </p:txBody>
      </p:sp>
      <p:pic>
        <p:nvPicPr>
          <p:cNvPr id="328" name="Google Shape;287;p2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8488c82e6fc4f1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66800" y="4460081"/>
            <a:ext cx="133350" cy="1333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88" name="Google Shape;288;p22">
            <a:extLst xmlns:a="http://schemas.openxmlformats.org/drawingml/2006/main">
              <a:ext uri="{FF2B5EF4-FFF2-40B4-BE49-F238E27FC236}">
                <a16:creationId xmlns:a16="http://schemas.microsoft.com/office/drawing/2014/main" id="{D4DB6A3F-2AEB-40B5-8FD0-78EEBD073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783681"/>
            <a:ext cx="13335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  <a:endParaRPr/>
          </a:p>
        </p:txBody>
      </p:sp>
      <p:sp>
        <p:nvSpPr>
          <p:cNvPr id="289" name="Google Shape;289;p22">
            <a:extLst xmlns:a="http://schemas.openxmlformats.org/drawingml/2006/main">
              <a:ext uri="{FF2B5EF4-FFF2-40B4-BE49-F238E27FC236}">
                <a16:creationId xmlns:a16="http://schemas.microsoft.com/office/drawing/2014/main" id="{35BE143A-158F-4388-B046-F787D534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336131"/>
            <a:ext cx="13335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  <a:endParaRPr/>
          </a:p>
        </p:txBody>
      </p:sp>
      <p:sp>
        <p:nvSpPr>
          <p:cNvPr id="290" name="Google Shape;290;p22">
            <a:extLst xmlns:a="http://schemas.openxmlformats.org/drawingml/2006/main">
              <a:ext uri="{FF2B5EF4-FFF2-40B4-BE49-F238E27FC236}">
                <a16:creationId xmlns:a16="http://schemas.microsoft.com/office/drawing/2014/main" id="{74C8EB3A-EADC-49A3-AE5B-B2DBDE57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888581"/>
            <a:ext cx="13335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  <a:endParaRPr/>
          </a:p>
        </p:txBody>
      </p:sp>
      <p:pic>
        <p:nvPicPr>
          <p:cNvPr id="332" name="Google Shape;291;p2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8f0cc7148d44d9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04900" y="3383756"/>
            <a:ext cx="152400" cy="152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33" name="Google Shape;292;p2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8f0cc7148d44d9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04900" y="3688556"/>
            <a:ext cx="152400" cy="152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34" name="Google Shape;293;p2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8f0cc7148d44d9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04900" y="3993356"/>
            <a:ext cx="152400" cy="152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94" name="Google Shape;294;p22">
            <a:extLst xmlns:a="http://schemas.openxmlformats.org/drawingml/2006/main">
              <a:ext uri="{FF2B5EF4-FFF2-40B4-BE49-F238E27FC236}">
                <a16:creationId xmlns:a16="http://schemas.microsoft.com/office/drawing/2014/main" id="{12519875-09BF-4E99-8723-60C94DBC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550" b="1" i="0" u="none" cap="none">
                <a:solidFill>
                  <a:srgbClr val="1E293B"/>
                </a:solidFill>
                <a:latin typeface="Arial"/>
                <a:ea typeface="Arial"/>
                <a:cs typeface="Arial"/>
              </a:rPr>
              <a:t>Bắt đầu bằng gói thí điểm</a:t>
            </a:r>
            <a:endParaRPr/>
          </a:p>
        </p:txBody>
      </p:sp>
      <p:sp>
        <p:nvSpPr>
          <p:cNvPr id="295" name="Google Shape;295;p22">
            <a:extLst xmlns:a="http://schemas.openxmlformats.org/drawingml/2006/main">
              <a:ext uri="{FF2B5EF4-FFF2-40B4-BE49-F238E27FC236}">
                <a16:creationId xmlns:a16="http://schemas.microsoft.com/office/drawing/2014/main" id="{06D2F774-29E5-4A58-8C66-59768E5D1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9597048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8" name="Google Shape;300;p2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25d007acbcf4c9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09" name="Google Shape;301;p2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01d348469c8453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319462" y="3643312"/>
            <a:ext cx="857250" cy="4762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02" name="Google Shape;302;p23">
            <a:extLst xmlns:a="http://schemas.openxmlformats.org/drawingml/2006/main">
              <a:ext uri="{FF2B5EF4-FFF2-40B4-BE49-F238E27FC236}">
                <a16:creationId xmlns:a16="http://schemas.microsoft.com/office/drawing/2014/main" id="{A1F5635B-7B8C-4AA8-ABE6-F8FB5FC92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4837" y="3650456"/>
            <a:ext cx="4457700" cy="222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75" b="0" i="0" u="none" cap="none">
                <a:solidFill>
                  <a:srgbClr val="334155"/>
                </a:solidFill>
                <a:latin typeface="Arial"/>
                <a:ea typeface="Arial"/>
                <a:cs typeface="Arial"/>
              </a:rPr>
              <a:t>Ảnh dashboard tham chiếu: adminlte.io</a:t>
            </a:r>
            <a:endParaRPr/>
          </a:p>
        </p:txBody>
      </p:sp>
      <p:sp>
        <p:nvSpPr>
          <p:cNvPr id="303" name="Google Shape;303;p23">
            <a:extLst xmlns:a="http://schemas.openxmlformats.org/drawingml/2006/main">
              <a:ext uri="{FF2B5EF4-FFF2-40B4-BE49-F238E27FC236}">
                <a16:creationId xmlns:a16="http://schemas.microsoft.com/office/drawing/2014/main" id="{7B4A7FEF-FDBF-4644-93F1-C0178A09F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4837" y="3883818"/>
            <a:ext cx="44577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334155"/>
                </a:solidFill>
                <a:latin typeface="Arial"/>
                <a:ea typeface="Arial"/>
                <a:cs typeface="Arial"/>
              </a:rPr>
              <a:t>Source: </a:t>
            </a:r>
            <a:r>
              <a:rPr sz="1200" b="0" i="0" u="none" cap="none">
                <a:solidFill>
                  <a:srgbClr val="4F46E5"/>
                </a:solidFill>
                <a:latin typeface="Arial"/>
                <a:ea typeface="Arial"/>
                <a:cs typeface="Arial"/>
              </a:rPr>
              <a:t>adminlte.io</a:t>
            </a:r>
            <a:endParaRPr/>
          </a:p>
        </p:txBody>
      </p:sp>
      <p:sp>
        <p:nvSpPr>
          <p:cNvPr id="304" name="Google Shape;304;p23">
            <a:extLst xmlns:a="http://schemas.openxmlformats.org/drawingml/2006/main">
              <a:ext uri="{FF2B5EF4-FFF2-40B4-BE49-F238E27FC236}">
                <a16:creationId xmlns:a16="http://schemas.microsoft.com/office/drawing/2014/main" id="{9243F93E-2725-4827-85CD-35ECAC1B9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"/>
            <a:ext cx="11601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550" b="1" i="0" u="none" cap="none">
                <a:solidFill>
                  <a:srgbClr val="1E293B"/>
                </a:solidFill>
                <a:latin typeface="Arial"/>
                <a:ea typeface="Arial"/>
                <a:cs typeface="Arial"/>
              </a:rPr>
              <a:t>Nguồn hình ảnh tham chiếu</a:t>
            </a:r>
            <a:endParaRPr/>
          </a:p>
        </p:txBody>
      </p:sp>
      <p:sp>
        <p:nvSpPr>
          <p:cNvPr id="305" name="Google Shape;305;p23">
            <a:extLst xmlns:a="http://schemas.openxmlformats.org/drawingml/2006/main">
              <a:ext uri="{FF2B5EF4-FFF2-40B4-BE49-F238E27FC236}">
                <a16:creationId xmlns:a16="http://schemas.microsoft.com/office/drawing/2014/main" id="{F4426648-995F-44CC-8F80-26EFA1C48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09865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2026-09-05T10:19:56.1490000Z</dcterms:created>
  <dcterms:modified xsi:type="dcterms:W3CDTF">2026-09-05T10:19:56.1490000Z</dcterms:modified>
</coreProperties>
</file>